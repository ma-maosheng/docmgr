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268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71" r:id="rId17"/>
    <p:sldId id="272" r:id="rId18"/>
    <p:sldId id="276" r:id="rId19"/>
    <p:sldId id="273" r:id="rId20"/>
    <p:sldId id="275" r:id="rId21"/>
    <p:sldId id="294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3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9" r:id="rId71"/>
    <p:sldId id="328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8" r:id="rId80"/>
    <p:sldId id="339" r:id="rId81"/>
    <p:sldId id="340" r:id="rId82"/>
    <p:sldId id="341" r:id="rId83"/>
    <p:sldId id="342" r:id="rId84"/>
    <p:sldId id="344" r:id="rId85"/>
    <p:sldId id="345" r:id="rId86"/>
    <p:sldId id="346" r:id="rId87"/>
    <p:sldId id="347" r:id="rId88"/>
    <p:sldId id="348" r:id="rId89"/>
    <p:sldId id="349" r:id="rId90"/>
    <p:sldId id="350" r:id="rId91"/>
    <p:sldId id="351" r:id="rId92"/>
    <p:sldId id="352" r:id="rId93"/>
    <p:sldId id="353" r:id="rId94"/>
    <p:sldId id="354" r:id="rId9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登录" id="{3A616668-D403-435F-B318-17BC1D8ED410}">
          <p14:sldIdLst>
            <p14:sldId id="292"/>
            <p14:sldId id="268"/>
          </p14:sldIdLst>
        </p14:section>
        <p14:section name="操作手册" id="{F2341D1A-A548-48AC-85DA-3E5D3E159092}">
          <p14:sldIdLst>
            <p14:sldId id="269"/>
          </p14:sldIdLst>
        </p14:section>
        <p14:section name="系统设置" id="{C253105B-9CAE-4FBF-AA5A-C0BFB754890B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库房与介质" id="{7D65AAD1-0AD2-441D-8464-BC532E32A6B7}">
          <p14:sldIdLst>
            <p14:sldId id="270"/>
            <p14:sldId id="271"/>
            <p14:sldId id="272"/>
            <p14:sldId id="276"/>
            <p14:sldId id="273"/>
            <p14:sldId id="275"/>
            <p14:sldId id="294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3"/>
            <p14:sldId id="295"/>
          </p14:sldIdLst>
        </p14:section>
        <p14:section name="年度资料" id="{9BBE4F48-24E9-483D-AB3C-3D7FDE7900CB}">
          <p14:sldIdLst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9"/>
            <p14:sldId id="328"/>
            <p14:sldId id="330"/>
            <p14:sldId id="331"/>
            <p14:sldId id="332"/>
            <p14:sldId id="333"/>
            <p14:sldId id="334"/>
            <p14:sldId id="335"/>
            <p14:sldId id="336"/>
            <p14:sldId id="338"/>
            <p14:sldId id="339"/>
            <p14:sldId id="340"/>
            <p14:sldId id="341"/>
            <p14:sldId id="342"/>
            <p14:sldId id="344"/>
            <p14:sldId id="345"/>
            <p14:sldId id="346"/>
          </p14:sldIdLst>
        </p14:section>
        <p14:section name="历史存档" id="{4FBE92F3-54B7-4301-866D-6B5A7CA416F0}">
          <p14:sldIdLst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>
        <p:scale>
          <a:sx n="110" d="100"/>
          <a:sy n="110" d="100"/>
        </p:scale>
        <p:origin x="63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茂生 马" userId="f35d2b9ea97cc752" providerId="LiveId" clId="{C2B574C8-6299-4C17-8260-58379D1B23EC}"/>
    <pc:docChg chg="addSld modSld sldOrd">
      <pc:chgData name="茂生 马" userId="f35d2b9ea97cc752" providerId="LiveId" clId="{C2B574C8-6299-4C17-8260-58379D1B23EC}" dt="2026-10-19T06:58:16.789" v="113"/>
      <pc:docMkLst>
        <pc:docMk/>
      </pc:docMkLst>
      <pc:sldChg chg="add ord">
        <pc:chgData name="茂生 马" userId="f35d2b9ea97cc752" providerId="LiveId" clId="{C2B574C8-6299-4C17-8260-58379D1B23EC}" dt="2026-10-16T09:21:25.458" v="27"/>
        <pc:sldMkLst>
          <pc:docMk/>
          <pc:sldMk cId="3437809338" sldId="268"/>
        </pc:sldMkLst>
      </pc:sldChg>
      <pc:sldChg chg="add">
        <pc:chgData name="茂生 马" userId="f35d2b9ea97cc752" providerId="LiveId" clId="{C2B574C8-6299-4C17-8260-58379D1B23EC}" dt="2026-10-16T07:24:23.396" v="0"/>
        <pc:sldMkLst>
          <pc:docMk/>
          <pc:sldMk cId="234309506" sldId="270"/>
        </pc:sldMkLst>
      </pc:sldChg>
      <pc:sldChg chg="modSp add">
        <pc:chgData name="茂生 马" userId="f35d2b9ea97cc752" providerId="LiveId" clId="{C2B574C8-6299-4C17-8260-58379D1B23EC}" dt="2026-10-19T01:14:08.838" v="30"/>
        <pc:sldMkLst>
          <pc:docMk/>
          <pc:sldMk cId="2887257593" sldId="271"/>
        </pc:sldMkLst>
        <pc:spChg chg="mod">
          <ac:chgData name="茂生 马" userId="f35d2b9ea97cc752" providerId="LiveId" clId="{C2B574C8-6299-4C17-8260-58379D1B23EC}" dt="2026-10-19T01:14:08.838" v="30"/>
          <ac:spMkLst>
            <pc:docMk/>
            <pc:sldMk cId="2887257593" sldId="271"/>
            <ac:spMk id="2" creationId="{BA295669-9E73-369C-0B09-A6E528CF5653}"/>
          </ac:spMkLst>
        </pc:spChg>
      </pc:sldChg>
      <pc:sldChg chg="modSp add">
        <pc:chgData name="茂生 马" userId="f35d2b9ea97cc752" providerId="LiveId" clId="{C2B574C8-6299-4C17-8260-58379D1B23EC}" dt="2026-10-19T01:14:29.964" v="31"/>
        <pc:sldMkLst>
          <pc:docMk/>
          <pc:sldMk cId="3705254603" sldId="272"/>
        </pc:sldMkLst>
        <pc:spChg chg="mod">
          <ac:chgData name="茂生 马" userId="f35d2b9ea97cc752" providerId="LiveId" clId="{C2B574C8-6299-4C17-8260-58379D1B23EC}" dt="2026-10-19T01:14:29.964" v="31"/>
          <ac:spMkLst>
            <pc:docMk/>
            <pc:sldMk cId="3705254603" sldId="272"/>
            <ac:spMk id="2" creationId="{5BCC83B0-2365-8E04-EF8A-E2BD32C6A81C}"/>
          </ac:spMkLst>
        </pc:spChg>
      </pc:sldChg>
      <pc:sldChg chg="modSp add">
        <pc:chgData name="茂生 马" userId="f35d2b9ea97cc752" providerId="LiveId" clId="{C2B574C8-6299-4C17-8260-58379D1B23EC}" dt="2026-10-19T01:14:49.547" v="33"/>
        <pc:sldMkLst>
          <pc:docMk/>
          <pc:sldMk cId="455462814" sldId="273"/>
        </pc:sldMkLst>
        <pc:spChg chg="mod">
          <ac:chgData name="茂生 马" userId="f35d2b9ea97cc752" providerId="LiveId" clId="{C2B574C8-6299-4C17-8260-58379D1B23EC}" dt="2026-10-19T01:14:49.547" v="33"/>
          <ac:spMkLst>
            <pc:docMk/>
            <pc:sldMk cId="455462814" sldId="273"/>
            <ac:spMk id="2" creationId="{75B3A503-8716-8329-F4DF-AD9809C63B36}"/>
          </ac:spMkLst>
        </pc:spChg>
      </pc:sldChg>
      <pc:sldChg chg="modSp add">
        <pc:chgData name="茂生 马" userId="f35d2b9ea97cc752" providerId="LiveId" clId="{C2B574C8-6299-4C17-8260-58379D1B23EC}" dt="2026-10-19T01:14:56.131" v="34"/>
        <pc:sldMkLst>
          <pc:docMk/>
          <pc:sldMk cId="2934386133" sldId="275"/>
        </pc:sldMkLst>
        <pc:spChg chg="mod">
          <ac:chgData name="茂生 马" userId="f35d2b9ea97cc752" providerId="LiveId" clId="{C2B574C8-6299-4C17-8260-58379D1B23EC}" dt="2026-10-19T01:14:56.131" v="34"/>
          <ac:spMkLst>
            <pc:docMk/>
            <pc:sldMk cId="2934386133" sldId="275"/>
            <ac:spMk id="2" creationId="{75B3A503-8716-8329-F4DF-AD9809C63B36}"/>
          </ac:spMkLst>
        </pc:spChg>
      </pc:sldChg>
      <pc:sldChg chg="modSp add">
        <pc:chgData name="茂生 马" userId="f35d2b9ea97cc752" providerId="LiveId" clId="{C2B574C8-6299-4C17-8260-58379D1B23EC}" dt="2026-10-19T01:14:40.523" v="32"/>
        <pc:sldMkLst>
          <pc:docMk/>
          <pc:sldMk cId="1206266742" sldId="276"/>
        </pc:sldMkLst>
        <pc:spChg chg="mod">
          <ac:chgData name="茂生 马" userId="f35d2b9ea97cc752" providerId="LiveId" clId="{C2B574C8-6299-4C17-8260-58379D1B23EC}" dt="2026-10-19T01:14:40.523" v="32"/>
          <ac:spMkLst>
            <pc:docMk/>
            <pc:sldMk cId="1206266742" sldId="276"/>
            <ac:spMk id="2" creationId="{62263391-50C1-9A2E-EA2B-A76A52665D33}"/>
          </ac:spMkLst>
        </pc:spChg>
      </pc:sldChg>
      <pc:sldChg chg="add">
        <pc:chgData name="茂生 马" userId="f35d2b9ea97cc752" providerId="LiveId" clId="{C2B574C8-6299-4C17-8260-58379D1B23EC}" dt="2026-10-16T07:49:26.024" v="8"/>
        <pc:sldMkLst>
          <pc:docMk/>
          <pc:sldMk cId="198969134" sldId="277"/>
        </pc:sldMkLst>
      </pc:sldChg>
      <pc:sldChg chg="add">
        <pc:chgData name="茂生 马" userId="f35d2b9ea97cc752" providerId="LiveId" clId="{C2B574C8-6299-4C17-8260-58379D1B23EC}" dt="2026-10-16T07:52:35.949" v="9"/>
        <pc:sldMkLst>
          <pc:docMk/>
          <pc:sldMk cId="1170580714" sldId="278"/>
        </pc:sldMkLst>
      </pc:sldChg>
      <pc:sldChg chg="add">
        <pc:chgData name="茂生 马" userId="f35d2b9ea97cc752" providerId="LiveId" clId="{C2B574C8-6299-4C17-8260-58379D1B23EC}" dt="2026-10-16T07:57:53.136" v="11"/>
        <pc:sldMkLst>
          <pc:docMk/>
          <pc:sldMk cId="135777332" sldId="279"/>
        </pc:sldMkLst>
      </pc:sldChg>
      <pc:sldChg chg="addSp modSp add">
        <pc:chgData name="茂生 马" userId="f35d2b9ea97cc752" providerId="LiveId" clId="{C2B574C8-6299-4C17-8260-58379D1B23EC}" dt="2026-10-19T01:16:44.273" v="35" actId="767"/>
        <pc:sldMkLst>
          <pc:docMk/>
          <pc:sldMk cId="3279488022" sldId="280"/>
        </pc:sldMkLst>
        <pc:spChg chg="add mod">
          <ac:chgData name="茂生 马" userId="f35d2b9ea97cc752" providerId="LiveId" clId="{C2B574C8-6299-4C17-8260-58379D1B23EC}" dt="2026-10-19T01:16:44.273" v="35" actId="767"/>
          <ac:spMkLst>
            <pc:docMk/>
            <pc:sldMk cId="3279488022" sldId="280"/>
            <ac:spMk id="3" creationId="{A641E09A-8B9B-9271-1F76-1E6169A8A8CF}"/>
          </ac:spMkLst>
        </pc:spChg>
      </pc:sldChg>
      <pc:sldChg chg="addSp modSp add">
        <pc:chgData name="茂生 马" userId="f35d2b9ea97cc752" providerId="LiveId" clId="{C2B574C8-6299-4C17-8260-58379D1B23EC}" dt="2026-10-19T01:21:37.348" v="37" actId="767"/>
        <pc:sldMkLst>
          <pc:docMk/>
          <pc:sldMk cId="1663577247" sldId="281"/>
        </pc:sldMkLst>
        <pc:spChg chg="add mod">
          <ac:chgData name="茂生 马" userId="f35d2b9ea97cc752" providerId="LiveId" clId="{C2B574C8-6299-4C17-8260-58379D1B23EC}" dt="2026-10-19T01:19:08.960" v="36" actId="767"/>
          <ac:spMkLst>
            <pc:docMk/>
            <pc:sldMk cId="1663577247" sldId="281"/>
            <ac:spMk id="13" creationId="{521522C9-C2EB-213A-C006-6DFCFC00305B}"/>
          </ac:spMkLst>
        </pc:spChg>
        <pc:spChg chg="add mod">
          <ac:chgData name="茂生 马" userId="f35d2b9ea97cc752" providerId="LiveId" clId="{C2B574C8-6299-4C17-8260-58379D1B23EC}" dt="2026-10-19T01:21:37.348" v="37" actId="767"/>
          <ac:spMkLst>
            <pc:docMk/>
            <pc:sldMk cId="1663577247" sldId="281"/>
            <ac:spMk id="18" creationId="{54679D41-7923-1825-ABBE-2D5E4591F515}"/>
          </ac:spMkLst>
        </pc:spChg>
      </pc:sldChg>
      <pc:sldChg chg="addSp modSp add">
        <pc:chgData name="茂生 马" userId="f35d2b9ea97cc752" providerId="LiveId" clId="{C2B574C8-6299-4C17-8260-58379D1B23EC}" dt="2026-10-19T01:22:52.382" v="38" actId="767"/>
        <pc:sldMkLst>
          <pc:docMk/>
          <pc:sldMk cId="3105411228" sldId="282"/>
        </pc:sldMkLst>
        <pc:spChg chg="add mod">
          <ac:chgData name="茂生 马" userId="f35d2b9ea97cc752" providerId="LiveId" clId="{C2B574C8-6299-4C17-8260-58379D1B23EC}" dt="2026-10-19T01:22:52.382" v="38" actId="767"/>
          <ac:spMkLst>
            <pc:docMk/>
            <pc:sldMk cId="3105411228" sldId="282"/>
            <ac:spMk id="10" creationId="{4FE09237-7024-80A3-F25A-B0D8D1DA8A19}"/>
          </ac:spMkLst>
        </pc:spChg>
      </pc:sldChg>
      <pc:sldChg chg="addSp modSp add">
        <pc:chgData name="茂生 马" userId="f35d2b9ea97cc752" providerId="LiveId" clId="{C2B574C8-6299-4C17-8260-58379D1B23EC}" dt="2026-10-19T01:24:38.084" v="39" actId="767"/>
        <pc:sldMkLst>
          <pc:docMk/>
          <pc:sldMk cId="2073075555" sldId="283"/>
        </pc:sldMkLst>
        <pc:spChg chg="add mod">
          <ac:chgData name="茂生 马" userId="f35d2b9ea97cc752" providerId="LiveId" clId="{C2B574C8-6299-4C17-8260-58379D1B23EC}" dt="2026-10-19T01:24:38.084" v="39" actId="767"/>
          <ac:spMkLst>
            <pc:docMk/>
            <pc:sldMk cId="2073075555" sldId="283"/>
            <ac:spMk id="7" creationId="{AEDF116B-EA1A-5AAF-096F-4EA620D4512E}"/>
          </ac:spMkLst>
        </pc:spChg>
      </pc:sldChg>
      <pc:sldChg chg="add">
        <pc:chgData name="茂生 马" userId="f35d2b9ea97cc752" providerId="LiveId" clId="{C2B574C8-6299-4C17-8260-58379D1B23EC}" dt="2026-10-16T08:29:19.880" v="16"/>
        <pc:sldMkLst>
          <pc:docMk/>
          <pc:sldMk cId="3689842102" sldId="284"/>
        </pc:sldMkLst>
      </pc:sldChg>
      <pc:sldChg chg="add">
        <pc:chgData name="茂生 马" userId="f35d2b9ea97cc752" providerId="LiveId" clId="{C2B574C8-6299-4C17-8260-58379D1B23EC}" dt="2026-10-16T08:36:25.543" v="17"/>
        <pc:sldMkLst>
          <pc:docMk/>
          <pc:sldMk cId="3684526236" sldId="285"/>
        </pc:sldMkLst>
      </pc:sldChg>
      <pc:sldChg chg="add">
        <pc:chgData name="茂生 马" userId="f35d2b9ea97cc752" providerId="LiveId" clId="{C2B574C8-6299-4C17-8260-58379D1B23EC}" dt="2026-10-16T08:44:14.493" v="18"/>
        <pc:sldMkLst>
          <pc:docMk/>
          <pc:sldMk cId="533574199" sldId="286"/>
        </pc:sldMkLst>
      </pc:sldChg>
      <pc:sldChg chg="addSp modSp add">
        <pc:chgData name="茂生 马" userId="f35d2b9ea97cc752" providerId="LiveId" clId="{C2B574C8-6299-4C17-8260-58379D1B23EC}" dt="2026-10-19T01:28:30.003" v="40" actId="767"/>
        <pc:sldMkLst>
          <pc:docMk/>
          <pc:sldMk cId="102263267" sldId="287"/>
        </pc:sldMkLst>
        <pc:spChg chg="add mod">
          <ac:chgData name="茂生 马" userId="f35d2b9ea97cc752" providerId="LiveId" clId="{C2B574C8-6299-4C17-8260-58379D1B23EC}" dt="2026-10-19T01:28:30.003" v="40" actId="767"/>
          <ac:spMkLst>
            <pc:docMk/>
            <pc:sldMk cId="102263267" sldId="287"/>
            <ac:spMk id="11" creationId="{818F75FA-400D-4003-1A57-2F3882A3B465}"/>
          </ac:spMkLst>
        </pc:spChg>
      </pc:sldChg>
      <pc:sldChg chg="add">
        <pc:chgData name="茂生 马" userId="f35d2b9ea97cc752" providerId="LiveId" clId="{C2B574C8-6299-4C17-8260-58379D1B23EC}" dt="2026-10-16T09:10:18.180" v="20"/>
        <pc:sldMkLst>
          <pc:docMk/>
          <pc:sldMk cId="213523358" sldId="288"/>
        </pc:sldMkLst>
      </pc:sldChg>
      <pc:sldChg chg="addSp modSp add">
        <pc:chgData name="茂生 马" userId="f35d2b9ea97cc752" providerId="LiveId" clId="{C2B574C8-6299-4C17-8260-58379D1B23EC}" dt="2026-10-19T01:32:44.175" v="41" actId="767"/>
        <pc:sldMkLst>
          <pc:docMk/>
          <pc:sldMk cId="61108189" sldId="289"/>
        </pc:sldMkLst>
        <pc:spChg chg="add mod">
          <ac:chgData name="茂生 马" userId="f35d2b9ea97cc752" providerId="LiveId" clId="{C2B574C8-6299-4C17-8260-58379D1B23EC}" dt="2026-10-19T01:32:44.175" v="41" actId="767"/>
          <ac:spMkLst>
            <pc:docMk/>
            <pc:sldMk cId="61108189" sldId="289"/>
            <ac:spMk id="7" creationId="{1B7FB841-90D4-512C-DEDD-F58C3DACFF13}"/>
          </ac:spMkLst>
        </pc:spChg>
      </pc:sldChg>
      <pc:sldChg chg="add">
        <pc:chgData name="茂生 马" userId="f35d2b9ea97cc752" providerId="LiveId" clId="{C2B574C8-6299-4C17-8260-58379D1B23EC}" dt="2026-10-16T09:17:04.860" v="23"/>
        <pc:sldMkLst>
          <pc:docMk/>
          <pc:sldMk cId="1693421449" sldId="290"/>
        </pc:sldMkLst>
      </pc:sldChg>
      <pc:sldChg chg="add">
        <pc:chgData name="茂生 马" userId="f35d2b9ea97cc752" providerId="LiveId" clId="{C2B574C8-6299-4C17-8260-58379D1B23EC}" dt="2026-10-16T09:17:16.170" v="24"/>
        <pc:sldMkLst>
          <pc:docMk/>
          <pc:sldMk cId="790235357" sldId="291"/>
        </pc:sldMkLst>
      </pc:sldChg>
      <pc:sldChg chg="add">
        <pc:chgData name="茂生 马" userId="f35d2b9ea97cc752" providerId="LiveId" clId="{C2B574C8-6299-4C17-8260-58379D1B23EC}" dt="2026-10-19T01:11:30.017" v="28"/>
        <pc:sldMkLst>
          <pc:docMk/>
          <pc:sldMk cId="3803070859" sldId="293"/>
        </pc:sldMkLst>
      </pc:sldChg>
      <pc:sldChg chg="add">
        <pc:chgData name="茂生 马" userId="f35d2b9ea97cc752" providerId="LiveId" clId="{C2B574C8-6299-4C17-8260-58379D1B23EC}" dt="2026-10-19T01:12:52.667" v="29"/>
        <pc:sldMkLst>
          <pc:docMk/>
          <pc:sldMk cId="628014584" sldId="294"/>
        </pc:sldMkLst>
      </pc:sldChg>
      <pc:sldChg chg="add">
        <pc:chgData name="茂生 马" userId="f35d2b9ea97cc752" providerId="LiveId" clId="{C2B574C8-6299-4C17-8260-58379D1B23EC}" dt="2026-10-19T01:34:33.433" v="42"/>
        <pc:sldMkLst>
          <pc:docMk/>
          <pc:sldMk cId="568656631" sldId="295"/>
        </pc:sldMkLst>
      </pc:sldChg>
      <pc:sldChg chg="add">
        <pc:chgData name="茂生 马" userId="f35d2b9ea97cc752" providerId="LiveId" clId="{C2B574C8-6299-4C17-8260-58379D1B23EC}" dt="2026-10-19T01:36:53.375" v="43"/>
        <pc:sldMkLst>
          <pc:docMk/>
          <pc:sldMk cId="3334605015" sldId="296"/>
        </pc:sldMkLst>
      </pc:sldChg>
      <pc:sldChg chg="add">
        <pc:chgData name="茂生 马" userId="f35d2b9ea97cc752" providerId="LiveId" clId="{C2B574C8-6299-4C17-8260-58379D1B23EC}" dt="2026-10-19T01:37:50.007" v="44"/>
        <pc:sldMkLst>
          <pc:docMk/>
          <pc:sldMk cId="3217678065" sldId="297"/>
        </pc:sldMkLst>
      </pc:sldChg>
      <pc:sldChg chg="add">
        <pc:chgData name="茂生 马" userId="f35d2b9ea97cc752" providerId="LiveId" clId="{C2B574C8-6299-4C17-8260-58379D1B23EC}" dt="2026-10-19T01:39:31.463" v="45"/>
        <pc:sldMkLst>
          <pc:docMk/>
          <pc:sldMk cId="650480056" sldId="298"/>
        </pc:sldMkLst>
      </pc:sldChg>
      <pc:sldChg chg="add">
        <pc:chgData name="茂生 马" userId="f35d2b9ea97cc752" providerId="LiveId" clId="{C2B574C8-6299-4C17-8260-58379D1B23EC}" dt="2026-10-19T01:41:00.164" v="46"/>
        <pc:sldMkLst>
          <pc:docMk/>
          <pc:sldMk cId="2121287947" sldId="299"/>
        </pc:sldMkLst>
      </pc:sldChg>
      <pc:sldChg chg="modSp add">
        <pc:chgData name="茂生 马" userId="f35d2b9ea97cc752" providerId="LiveId" clId="{C2B574C8-6299-4C17-8260-58379D1B23EC}" dt="2026-10-19T02:00:27.182" v="50"/>
        <pc:sldMkLst>
          <pc:docMk/>
          <pc:sldMk cId="4277699935" sldId="300"/>
        </pc:sldMkLst>
        <pc:spChg chg="mod">
          <ac:chgData name="茂生 马" userId="f35d2b9ea97cc752" providerId="LiveId" clId="{C2B574C8-6299-4C17-8260-58379D1B23EC}" dt="2026-10-19T02:00:27.182" v="50"/>
          <ac:spMkLst>
            <pc:docMk/>
            <pc:sldMk cId="4277699935" sldId="300"/>
            <ac:spMk id="2" creationId="{99D3B17D-53F9-407F-1F73-00BB31EAEA14}"/>
          </ac:spMkLst>
        </pc:spChg>
      </pc:sldChg>
      <pc:sldChg chg="modSp add">
        <pc:chgData name="茂生 马" userId="f35d2b9ea97cc752" providerId="LiveId" clId="{C2B574C8-6299-4C17-8260-58379D1B23EC}" dt="2026-10-19T02:00:33.888" v="51"/>
        <pc:sldMkLst>
          <pc:docMk/>
          <pc:sldMk cId="4050460938" sldId="301"/>
        </pc:sldMkLst>
        <pc:spChg chg="mod">
          <ac:chgData name="茂生 马" userId="f35d2b9ea97cc752" providerId="LiveId" clId="{C2B574C8-6299-4C17-8260-58379D1B23EC}" dt="2026-10-19T02:00:33.888" v="51"/>
          <ac:spMkLst>
            <pc:docMk/>
            <pc:sldMk cId="4050460938" sldId="301"/>
            <ac:spMk id="2" creationId="{4AC9C4EA-7A3F-64BA-5403-4C8BC552C736}"/>
          </ac:spMkLst>
        </pc:spChg>
      </pc:sldChg>
      <pc:sldChg chg="modSp add">
        <pc:chgData name="茂生 马" userId="f35d2b9ea97cc752" providerId="LiveId" clId="{C2B574C8-6299-4C17-8260-58379D1B23EC}" dt="2026-10-19T02:00:37.973" v="52"/>
        <pc:sldMkLst>
          <pc:docMk/>
          <pc:sldMk cId="1682456013" sldId="302"/>
        </pc:sldMkLst>
        <pc:spChg chg="mod">
          <ac:chgData name="茂生 马" userId="f35d2b9ea97cc752" providerId="LiveId" clId="{C2B574C8-6299-4C17-8260-58379D1B23EC}" dt="2026-10-19T02:00:37.973" v="52"/>
          <ac:spMkLst>
            <pc:docMk/>
            <pc:sldMk cId="1682456013" sldId="302"/>
            <ac:spMk id="2" creationId="{BC4D4A7C-E0F1-BA4F-D785-540580F8E7D3}"/>
          </ac:spMkLst>
        </pc:spChg>
      </pc:sldChg>
      <pc:sldChg chg="add">
        <pc:chgData name="茂生 马" userId="f35d2b9ea97cc752" providerId="LiveId" clId="{C2B574C8-6299-4C17-8260-58379D1B23EC}" dt="2026-10-19T02:00:45.116" v="53"/>
        <pc:sldMkLst>
          <pc:docMk/>
          <pc:sldMk cId="2727106159" sldId="303"/>
        </pc:sldMkLst>
      </pc:sldChg>
      <pc:sldChg chg="add">
        <pc:chgData name="茂生 马" userId="f35d2b9ea97cc752" providerId="LiveId" clId="{C2B574C8-6299-4C17-8260-58379D1B23EC}" dt="2026-10-19T02:04:59.387" v="54"/>
        <pc:sldMkLst>
          <pc:docMk/>
          <pc:sldMk cId="1029447163" sldId="304"/>
        </pc:sldMkLst>
      </pc:sldChg>
      <pc:sldChg chg="add">
        <pc:chgData name="茂生 马" userId="f35d2b9ea97cc752" providerId="LiveId" clId="{C2B574C8-6299-4C17-8260-58379D1B23EC}" dt="2026-10-19T02:08:08.525" v="55"/>
        <pc:sldMkLst>
          <pc:docMk/>
          <pc:sldMk cId="3468189343" sldId="305"/>
        </pc:sldMkLst>
      </pc:sldChg>
      <pc:sldChg chg="add">
        <pc:chgData name="茂生 马" userId="f35d2b9ea97cc752" providerId="LiveId" clId="{C2B574C8-6299-4C17-8260-58379D1B23EC}" dt="2026-10-19T02:11:05.405" v="56"/>
        <pc:sldMkLst>
          <pc:docMk/>
          <pc:sldMk cId="1918285910" sldId="306"/>
        </pc:sldMkLst>
      </pc:sldChg>
      <pc:sldChg chg="addSp modSp add">
        <pc:chgData name="茂生 马" userId="f35d2b9ea97cc752" providerId="LiveId" clId="{C2B574C8-6299-4C17-8260-58379D1B23EC}" dt="2026-10-19T02:16:45.168" v="59" actId="767"/>
        <pc:sldMkLst>
          <pc:docMk/>
          <pc:sldMk cId="696788022" sldId="307"/>
        </pc:sldMkLst>
        <pc:spChg chg="add mod">
          <ac:chgData name="茂生 马" userId="f35d2b9ea97cc752" providerId="LiveId" clId="{C2B574C8-6299-4C17-8260-58379D1B23EC}" dt="2026-10-19T02:12:51.156" v="58" actId="767"/>
          <ac:spMkLst>
            <pc:docMk/>
            <pc:sldMk cId="696788022" sldId="307"/>
            <ac:spMk id="7" creationId="{3D78905D-759A-1A49-C099-9914A917C886}"/>
          </ac:spMkLst>
        </pc:spChg>
        <pc:spChg chg="add mod">
          <ac:chgData name="茂生 马" userId="f35d2b9ea97cc752" providerId="LiveId" clId="{C2B574C8-6299-4C17-8260-58379D1B23EC}" dt="2026-10-19T02:16:45.168" v="59" actId="767"/>
          <ac:spMkLst>
            <pc:docMk/>
            <pc:sldMk cId="696788022" sldId="307"/>
            <ac:spMk id="13" creationId="{507338BB-C1A5-5EEB-9574-E3BD9C0AE5DB}"/>
          </ac:spMkLst>
        </pc:spChg>
      </pc:sldChg>
      <pc:sldChg chg="add">
        <pc:chgData name="茂生 马" userId="f35d2b9ea97cc752" providerId="LiveId" clId="{C2B574C8-6299-4C17-8260-58379D1B23EC}" dt="2026-10-19T02:18:16.739" v="60"/>
        <pc:sldMkLst>
          <pc:docMk/>
          <pc:sldMk cId="112136090" sldId="308"/>
        </pc:sldMkLst>
      </pc:sldChg>
      <pc:sldChg chg="addSp modSp add">
        <pc:chgData name="茂生 马" userId="f35d2b9ea97cc752" providerId="LiveId" clId="{C2B574C8-6299-4C17-8260-58379D1B23EC}" dt="2026-10-19T02:21:34.688" v="62" actId="767"/>
        <pc:sldMkLst>
          <pc:docMk/>
          <pc:sldMk cId="1710560122" sldId="309"/>
        </pc:sldMkLst>
        <pc:spChg chg="add mod">
          <ac:chgData name="茂生 马" userId="f35d2b9ea97cc752" providerId="LiveId" clId="{C2B574C8-6299-4C17-8260-58379D1B23EC}" dt="2026-10-19T02:21:34.688" v="62" actId="767"/>
          <ac:spMkLst>
            <pc:docMk/>
            <pc:sldMk cId="1710560122" sldId="309"/>
            <ac:spMk id="13" creationId="{861B0B29-DC78-F512-0D9A-F7B30F386548}"/>
          </ac:spMkLst>
        </pc:spChg>
      </pc:sldChg>
      <pc:sldChg chg="addSp modSp add">
        <pc:chgData name="茂生 马" userId="f35d2b9ea97cc752" providerId="LiveId" clId="{C2B574C8-6299-4C17-8260-58379D1B23EC}" dt="2026-10-19T02:29:37.428" v="64" actId="767"/>
        <pc:sldMkLst>
          <pc:docMk/>
          <pc:sldMk cId="3117856252" sldId="310"/>
        </pc:sldMkLst>
        <pc:spChg chg="add mod">
          <ac:chgData name="茂生 马" userId="f35d2b9ea97cc752" providerId="LiveId" clId="{C2B574C8-6299-4C17-8260-58379D1B23EC}" dt="2026-10-19T02:29:37.428" v="64" actId="767"/>
          <ac:spMkLst>
            <pc:docMk/>
            <pc:sldMk cId="3117856252" sldId="310"/>
            <ac:spMk id="6" creationId="{177015B1-E61E-4FB5-E800-7C346E1B477F}"/>
          </ac:spMkLst>
        </pc:spChg>
      </pc:sldChg>
      <pc:sldChg chg="add">
        <pc:chgData name="茂生 马" userId="f35d2b9ea97cc752" providerId="LiveId" clId="{C2B574C8-6299-4C17-8260-58379D1B23EC}" dt="2026-10-19T02:34:01.072" v="65"/>
        <pc:sldMkLst>
          <pc:docMk/>
          <pc:sldMk cId="3666157310" sldId="311"/>
        </pc:sldMkLst>
      </pc:sldChg>
      <pc:sldChg chg="add">
        <pc:chgData name="茂生 马" userId="f35d2b9ea97cc752" providerId="LiveId" clId="{C2B574C8-6299-4C17-8260-58379D1B23EC}" dt="2026-10-19T02:36:32.232" v="66"/>
        <pc:sldMkLst>
          <pc:docMk/>
          <pc:sldMk cId="356691177" sldId="312"/>
        </pc:sldMkLst>
      </pc:sldChg>
      <pc:sldChg chg="add">
        <pc:chgData name="茂生 马" userId="f35d2b9ea97cc752" providerId="LiveId" clId="{C2B574C8-6299-4C17-8260-58379D1B23EC}" dt="2026-10-19T02:37:16.085" v="67"/>
        <pc:sldMkLst>
          <pc:docMk/>
          <pc:sldMk cId="3954773326" sldId="313"/>
        </pc:sldMkLst>
      </pc:sldChg>
      <pc:sldChg chg="add">
        <pc:chgData name="茂生 马" userId="f35d2b9ea97cc752" providerId="LiveId" clId="{C2B574C8-6299-4C17-8260-58379D1B23EC}" dt="2026-10-19T02:37:37.218" v="68"/>
        <pc:sldMkLst>
          <pc:docMk/>
          <pc:sldMk cId="1529206719" sldId="314"/>
        </pc:sldMkLst>
      </pc:sldChg>
      <pc:sldChg chg="add">
        <pc:chgData name="茂生 马" userId="f35d2b9ea97cc752" providerId="LiveId" clId="{C2B574C8-6299-4C17-8260-58379D1B23EC}" dt="2026-10-19T02:44:41.434" v="69"/>
        <pc:sldMkLst>
          <pc:docMk/>
          <pc:sldMk cId="1010910519" sldId="315"/>
        </pc:sldMkLst>
      </pc:sldChg>
      <pc:sldChg chg="add">
        <pc:chgData name="茂生 马" userId="f35d2b9ea97cc752" providerId="LiveId" clId="{C2B574C8-6299-4C17-8260-58379D1B23EC}" dt="2026-10-19T02:46:33.560" v="70"/>
        <pc:sldMkLst>
          <pc:docMk/>
          <pc:sldMk cId="2420527912" sldId="316"/>
        </pc:sldMkLst>
      </pc:sldChg>
      <pc:sldChg chg="add">
        <pc:chgData name="茂生 马" userId="f35d2b9ea97cc752" providerId="LiveId" clId="{C2B574C8-6299-4C17-8260-58379D1B23EC}" dt="2026-10-19T02:55:46.229" v="71"/>
        <pc:sldMkLst>
          <pc:docMk/>
          <pc:sldMk cId="3812316243" sldId="317"/>
        </pc:sldMkLst>
      </pc:sldChg>
      <pc:sldChg chg="add">
        <pc:chgData name="茂生 马" userId="f35d2b9ea97cc752" providerId="LiveId" clId="{C2B574C8-6299-4C17-8260-58379D1B23EC}" dt="2026-10-19T03:01:12.384" v="72"/>
        <pc:sldMkLst>
          <pc:docMk/>
          <pc:sldMk cId="245793179" sldId="318"/>
        </pc:sldMkLst>
      </pc:sldChg>
      <pc:sldChg chg="addSp modSp add">
        <pc:chgData name="茂生 马" userId="f35d2b9ea97cc752" providerId="LiveId" clId="{C2B574C8-6299-4C17-8260-58379D1B23EC}" dt="2026-10-19T03:05:35.877" v="74" actId="767"/>
        <pc:sldMkLst>
          <pc:docMk/>
          <pc:sldMk cId="3998497755" sldId="319"/>
        </pc:sldMkLst>
        <pc:spChg chg="add mod">
          <ac:chgData name="茂生 马" userId="f35d2b9ea97cc752" providerId="LiveId" clId="{C2B574C8-6299-4C17-8260-58379D1B23EC}" dt="2026-10-19T03:05:35.877" v="74" actId="767"/>
          <ac:spMkLst>
            <pc:docMk/>
            <pc:sldMk cId="3998497755" sldId="319"/>
            <ac:spMk id="6" creationId="{E0B54BA0-08D5-542F-21CF-0536013AFA2F}"/>
          </ac:spMkLst>
        </pc:spChg>
      </pc:sldChg>
      <pc:sldChg chg="add">
        <pc:chgData name="茂生 马" userId="f35d2b9ea97cc752" providerId="LiveId" clId="{C2B574C8-6299-4C17-8260-58379D1B23EC}" dt="2026-10-19T03:06:58.323" v="75"/>
        <pc:sldMkLst>
          <pc:docMk/>
          <pc:sldMk cId="4186255112" sldId="320"/>
        </pc:sldMkLst>
      </pc:sldChg>
      <pc:sldChg chg="modSp add">
        <pc:chgData name="茂生 马" userId="f35d2b9ea97cc752" providerId="LiveId" clId="{C2B574C8-6299-4C17-8260-58379D1B23EC}" dt="2026-10-19T03:26:38.409" v="77"/>
        <pc:sldMkLst>
          <pc:docMk/>
          <pc:sldMk cId="3935030029" sldId="321"/>
        </pc:sldMkLst>
        <pc:spChg chg="mod">
          <ac:chgData name="茂生 马" userId="f35d2b9ea97cc752" providerId="LiveId" clId="{C2B574C8-6299-4C17-8260-58379D1B23EC}" dt="2026-10-19T03:26:38.409" v="77"/>
          <ac:spMkLst>
            <pc:docMk/>
            <pc:sldMk cId="3935030029" sldId="321"/>
            <ac:spMk id="12" creationId="{777CB111-BA10-C43D-F6AA-7ECAEFC46A97}"/>
          </ac:spMkLst>
        </pc:spChg>
      </pc:sldChg>
      <pc:sldChg chg="add">
        <pc:chgData name="茂生 马" userId="f35d2b9ea97cc752" providerId="LiveId" clId="{C2B574C8-6299-4C17-8260-58379D1B23EC}" dt="2026-10-19T03:29:29.388" v="78"/>
        <pc:sldMkLst>
          <pc:docMk/>
          <pc:sldMk cId="344120298" sldId="322"/>
        </pc:sldMkLst>
      </pc:sldChg>
      <pc:sldChg chg="add">
        <pc:chgData name="茂生 马" userId="f35d2b9ea97cc752" providerId="LiveId" clId="{C2B574C8-6299-4C17-8260-58379D1B23EC}" dt="2026-10-19T03:32:36.590" v="79"/>
        <pc:sldMkLst>
          <pc:docMk/>
          <pc:sldMk cId="967565719" sldId="323"/>
        </pc:sldMkLst>
      </pc:sldChg>
      <pc:sldChg chg="addSp modSp add">
        <pc:chgData name="茂生 马" userId="f35d2b9ea97cc752" providerId="LiveId" clId="{C2B574C8-6299-4C17-8260-58379D1B23EC}" dt="2026-10-19T03:41:32.569" v="82" actId="767"/>
        <pc:sldMkLst>
          <pc:docMk/>
          <pc:sldMk cId="970171067" sldId="324"/>
        </pc:sldMkLst>
        <pc:spChg chg="add mod">
          <ac:chgData name="茂生 马" userId="f35d2b9ea97cc752" providerId="LiveId" clId="{C2B574C8-6299-4C17-8260-58379D1B23EC}" dt="2026-10-19T03:41:04.760" v="81" actId="767"/>
          <ac:spMkLst>
            <pc:docMk/>
            <pc:sldMk cId="970171067" sldId="324"/>
            <ac:spMk id="12" creationId="{629EADAF-2A33-5169-26DE-88DE044F85D6}"/>
          </ac:spMkLst>
        </pc:spChg>
        <pc:spChg chg="add mod">
          <ac:chgData name="茂生 马" userId="f35d2b9ea97cc752" providerId="LiveId" clId="{C2B574C8-6299-4C17-8260-58379D1B23EC}" dt="2026-10-19T03:41:32.569" v="82" actId="767"/>
          <ac:spMkLst>
            <pc:docMk/>
            <pc:sldMk cId="970171067" sldId="324"/>
            <ac:spMk id="15" creationId="{0EF372B4-4C53-BFBC-D8B9-700EFA330F8F}"/>
          </ac:spMkLst>
        </pc:spChg>
      </pc:sldChg>
      <pc:sldChg chg="add">
        <pc:chgData name="茂生 马" userId="f35d2b9ea97cc752" providerId="LiveId" clId="{C2B574C8-6299-4C17-8260-58379D1B23EC}" dt="2026-10-19T03:43:29.572" v="83"/>
        <pc:sldMkLst>
          <pc:docMk/>
          <pc:sldMk cId="3094508539" sldId="325"/>
        </pc:sldMkLst>
      </pc:sldChg>
      <pc:sldChg chg="addSp modSp add">
        <pc:chgData name="茂生 马" userId="f35d2b9ea97cc752" providerId="LiveId" clId="{C2B574C8-6299-4C17-8260-58379D1B23EC}" dt="2026-10-19T03:50:17.540" v="85" actId="767"/>
        <pc:sldMkLst>
          <pc:docMk/>
          <pc:sldMk cId="2401957719" sldId="326"/>
        </pc:sldMkLst>
        <pc:spChg chg="add mod">
          <ac:chgData name="茂生 马" userId="f35d2b9ea97cc752" providerId="LiveId" clId="{C2B574C8-6299-4C17-8260-58379D1B23EC}" dt="2026-10-19T03:50:17.540" v="85" actId="767"/>
          <ac:spMkLst>
            <pc:docMk/>
            <pc:sldMk cId="2401957719" sldId="326"/>
            <ac:spMk id="7" creationId="{7280CBE4-7395-7162-B939-E9ADCF35E370}"/>
          </ac:spMkLst>
        </pc:spChg>
      </pc:sldChg>
      <pc:sldChg chg="add">
        <pc:chgData name="茂生 马" userId="f35d2b9ea97cc752" providerId="LiveId" clId="{C2B574C8-6299-4C17-8260-58379D1B23EC}" dt="2026-10-19T05:38:17.103" v="86"/>
        <pc:sldMkLst>
          <pc:docMk/>
          <pc:sldMk cId="4201243772" sldId="327"/>
        </pc:sldMkLst>
      </pc:sldChg>
      <pc:sldChg chg="add">
        <pc:chgData name="茂生 马" userId="f35d2b9ea97cc752" providerId="LiveId" clId="{C2B574C8-6299-4C17-8260-58379D1B23EC}" dt="2026-10-19T05:41:40.838" v="87"/>
        <pc:sldMkLst>
          <pc:docMk/>
          <pc:sldMk cId="1085635376" sldId="328"/>
        </pc:sldMkLst>
      </pc:sldChg>
      <pc:sldChg chg="add ord">
        <pc:chgData name="茂生 马" userId="f35d2b9ea97cc752" providerId="LiveId" clId="{C2B574C8-6299-4C17-8260-58379D1B23EC}" dt="2026-10-19T05:49:08.888" v="89"/>
        <pc:sldMkLst>
          <pc:docMk/>
          <pc:sldMk cId="31383362" sldId="329"/>
        </pc:sldMkLst>
      </pc:sldChg>
      <pc:sldChg chg="add">
        <pc:chgData name="茂生 马" userId="f35d2b9ea97cc752" providerId="LiveId" clId="{C2B574C8-6299-4C17-8260-58379D1B23EC}" dt="2026-10-19T05:50:28.650" v="90"/>
        <pc:sldMkLst>
          <pc:docMk/>
          <pc:sldMk cId="2849904063" sldId="330"/>
        </pc:sldMkLst>
      </pc:sldChg>
      <pc:sldChg chg="add">
        <pc:chgData name="茂生 马" userId="f35d2b9ea97cc752" providerId="LiveId" clId="{C2B574C8-6299-4C17-8260-58379D1B23EC}" dt="2026-10-19T05:52:30.883" v="91"/>
        <pc:sldMkLst>
          <pc:docMk/>
          <pc:sldMk cId="2389324667" sldId="331"/>
        </pc:sldMkLst>
      </pc:sldChg>
      <pc:sldChg chg="add">
        <pc:chgData name="茂生 马" userId="f35d2b9ea97cc752" providerId="LiveId" clId="{C2B574C8-6299-4C17-8260-58379D1B23EC}" dt="2026-10-19T06:12:50.131" v="92"/>
        <pc:sldMkLst>
          <pc:docMk/>
          <pc:sldMk cId="1261674624" sldId="332"/>
        </pc:sldMkLst>
      </pc:sldChg>
      <pc:sldChg chg="add">
        <pc:chgData name="茂生 马" userId="f35d2b9ea97cc752" providerId="LiveId" clId="{C2B574C8-6299-4C17-8260-58379D1B23EC}" dt="2026-10-19T06:18:44.084" v="93"/>
        <pc:sldMkLst>
          <pc:docMk/>
          <pc:sldMk cId="3962048662" sldId="333"/>
        </pc:sldMkLst>
      </pc:sldChg>
      <pc:sldChg chg="add">
        <pc:chgData name="茂生 马" userId="f35d2b9ea97cc752" providerId="LiveId" clId="{C2B574C8-6299-4C17-8260-58379D1B23EC}" dt="2026-10-19T06:22:15.739" v="94"/>
        <pc:sldMkLst>
          <pc:docMk/>
          <pc:sldMk cId="3135276816" sldId="334"/>
        </pc:sldMkLst>
      </pc:sldChg>
      <pc:sldChg chg="add">
        <pc:chgData name="茂生 马" userId="f35d2b9ea97cc752" providerId="LiveId" clId="{C2B574C8-6299-4C17-8260-58379D1B23EC}" dt="2026-10-19T06:29:02.460" v="95"/>
        <pc:sldMkLst>
          <pc:docMk/>
          <pc:sldMk cId="2587305983" sldId="335"/>
        </pc:sldMkLst>
      </pc:sldChg>
      <pc:sldChg chg="add">
        <pc:chgData name="茂生 马" userId="f35d2b9ea97cc752" providerId="LiveId" clId="{C2B574C8-6299-4C17-8260-58379D1B23EC}" dt="2026-10-19T06:30:51.669" v="96"/>
        <pc:sldMkLst>
          <pc:docMk/>
          <pc:sldMk cId="700028032" sldId="336"/>
        </pc:sldMkLst>
      </pc:sldChg>
      <pc:sldChg chg="add">
        <pc:chgData name="茂生 马" userId="f35d2b9ea97cc752" providerId="LiveId" clId="{C2B574C8-6299-4C17-8260-58379D1B23EC}" dt="2026-10-19T06:32:45.704" v="97"/>
        <pc:sldMkLst>
          <pc:docMk/>
          <pc:sldMk cId="2953119287" sldId="338"/>
        </pc:sldMkLst>
      </pc:sldChg>
      <pc:sldChg chg="add">
        <pc:chgData name="茂生 马" userId="f35d2b9ea97cc752" providerId="LiveId" clId="{C2B574C8-6299-4C17-8260-58379D1B23EC}" dt="2026-10-19T06:39:22.661" v="98"/>
        <pc:sldMkLst>
          <pc:docMk/>
          <pc:sldMk cId="344099281" sldId="339"/>
        </pc:sldMkLst>
      </pc:sldChg>
      <pc:sldChg chg="add">
        <pc:chgData name="茂生 马" userId="f35d2b9ea97cc752" providerId="LiveId" clId="{C2B574C8-6299-4C17-8260-58379D1B23EC}" dt="2026-10-19T06:40:21.359" v="99"/>
        <pc:sldMkLst>
          <pc:docMk/>
          <pc:sldMk cId="3657439598" sldId="340"/>
        </pc:sldMkLst>
      </pc:sldChg>
      <pc:sldChg chg="add">
        <pc:chgData name="茂生 马" userId="f35d2b9ea97cc752" providerId="LiveId" clId="{C2B574C8-6299-4C17-8260-58379D1B23EC}" dt="2026-10-19T06:40:58.589" v="100"/>
        <pc:sldMkLst>
          <pc:docMk/>
          <pc:sldMk cId="1673533413" sldId="341"/>
        </pc:sldMkLst>
      </pc:sldChg>
      <pc:sldChg chg="add">
        <pc:chgData name="茂生 马" userId="f35d2b9ea97cc752" providerId="LiveId" clId="{C2B574C8-6299-4C17-8260-58379D1B23EC}" dt="2026-10-19T06:41:58.621" v="101"/>
        <pc:sldMkLst>
          <pc:docMk/>
          <pc:sldMk cId="123500634" sldId="342"/>
        </pc:sldMkLst>
      </pc:sldChg>
      <pc:sldChg chg="add">
        <pc:chgData name="茂生 马" userId="f35d2b9ea97cc752" providerId="LiveId" clId="{C2B574C8-6299-4C17-8260-58379D1B23EC}" dt="2026-10-19T06:44:09.728" v="102"/>
        <pc:sldMkLst>
          <pc:docMk/>
          <pc:sldMk cId="3292004683" sldId="343"/>
        </pc:sldMkLst>
      </pc:sldChg>
      <pc:sldChg chg="add">
        <pc:chgData name="茂生 马" userId="f35d2b9ea97cc752" providerId="LiveId" clId="{C2B574C8-6299-4C17-8260-58379D1B23EC}" dt="2026-10-19T06:44:13.019" v="103"/>
        <pc:sldMkLst>
          <pc:docMk/>
          <pc:sldMk cId="3168593626" sldId="344"/>
        </pc:sldMkLst>
      </pc:sldChg>
      <pc:sldChg chg="add">
        <pc:chgData name="茂生 马" userId="f35d2b9ea97cc752" providerId="LiveId" clId="{C2B574C8-6299-4C17-8260-58379D1B23EC}" dt="2026-10-19T06:45:32.382" v="104"/>
        <pc:sldMkLst>
          <pc:docMk/>
          <pc:sldMk cId="1893251491" sldId="345"/>
        </pc:sldMkLst>
      </pc:sldChg>
      <pc:sldChg chg="add">
        <pc:chgData name="茂生 马" userId="f35d2b9ea97cc752" providerId="LiveId" clId="{C2B574C8-6299-4C17-8260-58379D1B23EC}" dt="2026-10-19T06:45:54.981" v="105"/>
        <pc:sldMkLst>
          <pc:docMk/>
          <pc:sldMk cId="1486703235" sldId="346"/>
        </pc:sldMkLst>
      </pc:sldChg>
      <pc:sldChg chg="add">
        <pc:chgData name="茂生 马" userId="f35d2b9ea97cc752" providerId="LiveId" clId="{C2B574C8-6299-4C17-8260-58379D1B23EC}" dt="2026-10-19T06:49:01.316" v="106"/>
        <pc:sldMkLst>
          <pc:docMk/>
          <pc:sldMk cId="2695873409" sldId="347"/>
        </pc:sldMkLst>
      </pc:sldChg>
      <pc:sldChg chg="add">
        <pc:chgData name="茂生 马" userId="f35d2b9ea97cc752" providerId="LiveId" clId="{C2B574C8-6299-4C17-8260-58379D1B23EC}" dt="2026-10-19T06:50:45.985" v="107"/>
        <pc:sldMkLst>
          <pc:docMk/>
          <pc:sldMk cId="2318750936" sldId="348"/>
        </pc:sldMkLst>
      </pc:sldChg>
      <pc:sldChg chg="add">
        <pc:chgData name="茂生 马" userId="f35d2b9ea97cc752" providerId="LiveId" clId="{C2B574C8-6299-4C17-8260-58379D1B23EC}" dt="2026-10-19T06:52:06.400" v="108"/>
        <pc:sldMkLst>
          <pc:docMk/>
          <pc:sldMk cId="2430024269" sldId="349"/>
        </pc:sldMkLst>
      </pc:sldChg>
      <pc:sldChg chg="add">
        <pc:chgData name="茂生 马" userId="f35d2b9ea97cc752" providerId="LiveId" clId="{C2B574C8-6299-4C17-8260-58379D1B23EC}" dt="2026-10-19T06:53:15.490" v="109"/>
        <pc:sldMkLst>
          <pc:docMk/>
          <pc:sldMk cId="1674572743" sldId="350"/>
        </pc:sldMkLst>
      </pc:sldChg>
      <pc:sldChg chg="add">
        <pc:chgData name="茂生 马" userId="f35d2b9ea97cc752" providerId="LiveId" clId="{C2B574C8-6299-4C17-8260-58379D1B23EC}" dt="2026-10-19T06:55:01.410" v="110"/>
        <pc:sldMkLst>
          <pc:docMk/>
          <pc:sldMk cId="2843364488" sldId="351"/>
        </pc:sldMkLst>
      </pc:sldChg>
      <pc:sldChg chg="add">
        <pc:chgData name="茂生 马" userId="f35d2b9ea97cc752" providerId="LiveId" clId="{C2B574C8-6299-4C17-8260-58379D1B23EC}" dt="2026-10-19T06:56:48.866" v="111"/>
        <pc:sldMkLst>
          <pc:docMk/>
          <pc:sldMk cId="3542867111" sldId="352"/>
        </pc:sldMkLst>
      </pc:sldChg>
      <pc:sldChg chg="add">
        <pc:chgData name="茂生 马" userId="f35d2b9ea97cc752" providerId="LiveId" clId="{C2B574C8-6299-4C17-8260-58379D1B23EC}" dt="2026-10-19T06:57:30.230" v="112"/>
        <pc:sldMkLst>
          <pc:docMk/>
          <pc:sldMk cId="3875509622" sldId="353"/>
        </pc:sldMkLst>
      </pc:sldChg>
      <pc:sldChg chg="add">
        <pc:chgData name="茂生 马" userId="f35d2b9ea97cc752" providerId="LiveId" clId="{C2B574C8-6299-4C17-8260-58379D1B23EC}" dt="2026-10-19T06:58:16.789" v="113"/>
        <pc:sldMkLst>
          <pc:docMk/>
          <pc:sldMk cId="3248002320" sldId="35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0FB4C-6AEA-8EE3-A715-504A1005B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2697A11-3B5B-67D0-6FC6-23F7930FE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8B3F9C-2773-F8DA-127F-4E5394530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AAB3-4823-4B72-8B7F-C7D30EC56C19}" type="datetimeFigureOut">
              <a:rPr lang="zh-CN" altLang="en-US" smtClean="0"/>
              <a:t>2026-10-16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5A0274-B5D7-D6A2-A75B-608E7475D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B8567C-5209-E528-98B0-4887C8164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35F2D-A3C0-4EFA-B973-C7DE65E58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138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783564-EB50-3469-B7EF-56522DB9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48814D-4A74-E19C-B488-7F5B5EF87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4D7453-3E1C-5ABC-BC1A-2356D0AAE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AAB3-4823-4B72-8B7F-C7D30EC56C19}" type="datetimeFigureOut">
              <a:rPr lang="zh-CN" altLang="en-US" smtClean="0"/>
              <a:t>2026-10-16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3F5EBE-CB34-FFEC-7292-9C14FF085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93AA13-8792-25E2-C6E1-87A1F9DD7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35F2D-A3C0-4EFA-B973-C7DE65E58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65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5075F0-4585-E49F-AD47-08E975132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3426D3-3494-631B-9F2B-B6EB8A9A4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6E77C8-E356-F008-47F4-F91BA475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AAB3-4823-4B72-8B7F-C7D30EC56C19}" type="datetimeFigureOut">
              <a:rPr lang="zh-CN" altLang="en-US" smtClean="0"/>
              <a:t>2026-10-16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2D565A-578B-1B74-2A5D-1DC9DE8CA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5C9C7E-30C6-DFD4-39E9-4DB7A027E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35F2D-A3C0-4EFA-B973-C7DE65E58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164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C5150E-4B97-4A61-51C0-4DAAC0B60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74A1BC-759A-142A-0868-C87F54BFD6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8D7439-1AFD-3559-E88F-071364CC8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296157-98DE-D694-6DDD-F21BCC239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AAB3-4823-4B72-8B7F-C7D30EC56C19}" type="datetimeFigureOut">
              <a:rPr lang="zh-CN" altLang="en-US" smtClean="0"/>
              <a:t>2026-10-16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9F0A69-8C5F-9D94-8FB3-C99CB3AF6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1235B1-34DA-899E-77D6-99610A9D0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35F2D-A3C0-4EFA-B973-C7DE65E58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946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1B1356-B5D8-0300-A70F-5D161D5BA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E12543-C750-E68F-7E3E-4559F70AE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71F7FD-FD64-53F9-F036-C6DFDC121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420DD0A-8813-D06B-297E-D3228B80F0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6A4FEF4-E3FB-ACB1-B1AC-41C9815E95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3ED08EA-5B2E-5F1A-AEC7-3931DC117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AAB3-4823-4B72-8B7F-C7D30EC56C19}" type="datetimeFigureOut">
              <a:rPr lang="zh-CN" altLang="en-US" smtClean="0"/>
              <a:t>2026-10-16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EBEC158-5EFE-BE3E-777E-969AF89A7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FE62C9-CD35-D1D1-3AB4-8410334F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35F2D-A3C0-4EFA-B973-C7DE65E58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93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0DA047-9F8E-A6F9-496F-7501892C3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E6F7C9-642D-CF4D-D37F-AC9434CEA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AAB3-4823-4B72-8B7F-C7D30EC56C19}" type="datetimeFigureOut">
              <a:rPr lang="zh-CN" altLang="en-US" smtClean="0"/>
              <a:t>2026-10-16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200E9D-1AE3-227A-695D-46CC8DD23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E5458F-0BA6-BC51-C19B-098A4D020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35F2D-A3C0-4EFA-B973-C7DE65E58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453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CD21A9-6C29-3E05-7391-DF18EECCF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AAB3-4823-4B72-8B7F-C7D30EC56C19}" type="datetimeFigureOut">
              <a:rPr lang="zh-CN" altLang="en-US" smtClean="0"/>
              <a:t>2026-10-16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FC299BE-0084-B07F-76A2-0B030D5BF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80A26A-7812-A683-FFE0-3533D676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35F2D-A3C0-4EFA-B973-C7DE65E58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02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3AE0E-91C1-13A8-0D00-EDCE0D2C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C92ADB-4F3E-C592-F61F-11C4FBD75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9EC2D2-2480-1A66-53E7-72949883A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9A9BF8-2C45-3367-5921-9615E1F6B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AAB3-4823-4B72-8B7F-C7D30EC56C19}" type="datetimeFigureOut">
              <a:rPr lang="zh-CN" altLang="en-US" smtClean="0"/>
              <a:t>2026-10-16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018E69-AC4C-B4B6-09BB-3734C3FE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B2E8BA-70CE-2E34-3D47-AD5FE02BA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35F2D-A3C0-4EFA-B973-C7DE65E58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319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FAA4E-3325-D593-AC96-94E93BEE1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113075-25B4-3A41-47EF-DD9D7153FCC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7BA4A6-70A8-23CB-55A8-962DF7C1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FBAC53-03B9-AC57-943F-8ACA69F2E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AAB3-4823-4B72-8B7F-C7D30EC56C19}" type="datetimeFigureOut">
              <a:rPr lang="zh-CN" altLang="en-US" smtClean="0"/>
              <a:t>2026-10-16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1BC835-581D-1EE0-0B22-2F0DFB1EC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2045E9-4247-3771-8975-C19D2174A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35F2D-A3C0-4EFA-B973-C7DE65E58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642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21D7C-BF4A-4440-B61D-61C0B33A3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3102D2-6F0E-368B-658C-A8421AA54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E25202-0184-EA30-3DD7-A0EFDF824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AAB3-4823-4B72-8B7F-C7D30EC56C19}" type="datetimeFigureOut">
              <a:rPr lang="zh-CN" altLang="en-US" smtClean="0"/>
              <a:t>2026-10-16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EAB7FB-E1F6-C43D-0BD3-CAFBD8E46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F7187E-DAB3-43C5-F149-12AF6469A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35F2D-A3C0-4EFA-B973-C7DE65E58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373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C11ACCA-1E79-60E2-292E-6E0BB5EEC4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8C9AF0-DE5F-1480-D75A-DF0AFB7DE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C37FBE-30B2-0C72-EE9F-8CF9ED41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AAB3-4823-4B72-8B7F-C7D30EC56C19}" type="datetimeFigureOut">
              <a:rPr lang="zh-CN" altLang="en-US" smtClean="0"/>
              <a:t>2026-10-16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F38271-3240-13F3-0602-D9C442A6A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B6D254-5F3F-9C6F-96C5-0F49620B2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35F2D-A3C0-4EFA-B973-C7DE65E58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07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ECB0CFB-8F78-B73A-DEC8-82BAA571E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3989FB-2913-37FA-C3EB-B7D25A9A7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65F9A7-B6EA-4978-7F51-2EB039DE9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26AAB3-4823-4B72-8B7F-C7D30EC56C19}" type="datetimeFigureOut">
              <a:rPr lang="zh-CN" altLang="en-US" smtClean="0"/>
              <a:t>2026-10-16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0C4EB8-1336-B978-CB51-F4F3B25DA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EDA7E6-9F27-4E98-8B05-636839858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835F2D-A3C0-4EFA-B973-C7DE65E58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24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1729E0D-1391-19AB-FE38-3628E3BFB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28587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574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54763-EDA0-038F-B0F2-8F8B2120E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DC48E-FC63-38C4-65FB-9A0B5170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操作手册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7BF5013-E76D-BAA0-869B-4087DA50F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683" y="943584"/>
            <a:ext cx="9900592" cy="572228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B19AD45-DEC6-F644-8995-B29BE9C51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09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3E0B9-B3A3-8E18-2324-B05A2A5D3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F81EF-D541-4E9A-E7C1-98DE8A63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操作手册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8B3DB9-2F03-ECC5-8513-4D0D6F7BE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48512"/>
            <a:ext cx="5590974" cy="436910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589465D-F57F-75CD-F9EE-CBDE49D70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027" y="1228701"/>
            <a:ext cx="6481884" cy="418891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9EF56D-A27B-D991-D561-4345406D0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598" y="1404666"/>
            <a:ext cx="5856514" cy="440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11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EE5DC-A8F2-8C66-2070-7253D043F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个人设置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4231332-5976-8532-B76E-DBEBAA974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281" y="943584"/>
            <a:ext cx="3690621" cy="513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046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6EAF8-FD5D-8684-19A6-B84B77D8B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50CF3C-B71B-62D2-CDD7-B43D7FECB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用户管理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DAC0A21-3921-2A5D-9807-20839BE00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635" y="1139848"/>
            <a:ext cx="7087833" cy="502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12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4AFA8-A460-F5E0-EEC3-EE3B38661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8BB72-311D-AF12-0809-54EA39BF3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部门设置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4C961F-7E37-92C9-DD0A-C36094610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723" y="943583"/>
            <a:ext cx="6916366" cy="554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26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BC03B-8002-CAF9-4783-D52C3D6FC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2E5C70-92D9-0A99-4A23-3F7EE09A4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角色概览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23F6E5-E2E3-735F-6DE7-D9CECE1E6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39" y="1439694"/>
            <a:ext cx="11655646" cy="472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13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F256E-7D60-1EA8-2D2A-CE3E370CC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A9FC81-64F6-A599-6EF0-84EFD2547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审核审批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A1CA94-5050-FC8B-6542-6D4EDC3D7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540" y="1036745"/>
            <a:ext cx="9625336" cy="56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089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58CDA-AD30-4D78-F65F-955E94A4B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6D4B6-B620-78CE-98C6-491F5575D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服务器路径设置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A9DE20-9382-32E7-D825-FADA08EBC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559" y="773007"/>
            <a:ext cx="4842754" cy="593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20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A25DC-2FB8-4974-6E30-C7CAFBA76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A994D-446A-20B8-6373-13F1FBE88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服务器路径设置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084CC3-46A0-DA06-66A4-7B6FF16B7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756" y="1482741"/>
            <a:ext cx="10012172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575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3E584-63EF-6357-9DE4-3D0295712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366B8-4EE6-06BD-9DC4-9AFF5DB47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数据库操作日志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56C387-E535-61EC-8AA2-41A52B4F2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6686"/>
            <a:ext cx="12192000" cy="244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29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0536E-C2EB-69DB-65D1-B5D5DC8FA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E23E1-9BC9-0ACC-7C81-BAF09C14D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在线用户与登录记录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4502D3-73B9-49A7-BC39-5C26EFDD0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662" y="1538058"/>
            <a:ext cx="10031225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2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20728-898F-CC95-A94A-48FED434B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A0B7E-3F30-3134-31A7-1B034722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待办事项总览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861031-F595-6171-D1D0-008E940B0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78" y="943584"/>
            <a:ext cx="8192643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624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93662-9E7B-6DD0-FA59-214E52581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67ED0-BE3C-1599-E1B8-DAEEFA88F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高级数据管理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148687-607D-9ED8-2977-426354249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340913"/>
            <a:ext cx="11353800" cy="452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811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DD991-4113-F09E-47C3-16351A722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CB4EE2-B9DB-9742-5684-657CC1789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档案柜登记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10001BB-9115-BA66-1B34-4FD7A5A81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081" y="721231"/>
            <a:ext cx="10447504" cy="608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09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F5C6A-E1FF-F3E8-33D8-D44D9E46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B6DCA5F-60F3-46D2-4023-9B807CC3A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99" y="598811"/>
            <a:ext cx="4182059" cy="454405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A295669-9E73-369C-0B09-A6E528CF5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8" y="53470"/>
            <a:ext cx="6078901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档案柜登记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新增档案柜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B6685F-FFC7-63BA-D1E5-BBC11FDEF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343" y="1144152"/>
            <a:ext cx="3243151" cy="53588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1703F59-E3C7-A245-AA98-121C92EAC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077" y="1897167"/>
            <a:ext cx="2907542" cy="482689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83365E5-F5E9-4777-BA76-56FB8E69A5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924" y="3745421"/>
            <a:ext cx="3087692" cy="251092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745455C-324F-1CAD-DA8E-F80A34A308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2507" y="666205"/>
            <a:ext cx="3087692" cy="2325189"/>
          </a:xfrm>
          <a:prstGeom prst="rect">
            <a:avLst/>
          </a:prstGeom>
        </p:spPr>
      </p:pic>
      <p:sp>
        <p:nvSpPr>
          <p:cNvPr id="14" name="箭头: 下 13">
            <a:extLst>
              <a:ext uri="{FF2B5EF4-FFF2-40B4-BE49-F238E27FC236}">
                <a16:creationId xmlns:a16="http://schemas.microsoft.com/office/drawing/2014/main" id="{DE093764-22C8-B8A5-ABC9-F012CF15AD39}"/>
              </a:ext>
            </a:extLst>
          </p:cNvPr>
          <p:cNvSpPr/>
          <p:nvPr/>
        </p:nvSpPr>
        <p:spPr>
          <a:xfrm>
            <a:off x="8370832" y="2697163"/>
            <a:ext cx="720191" cy="8308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257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BE90E-7EBB-1982-20E0-07B9ED767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C83B0-2365-8E04-EF8A-E2BD32C6A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5732" y="53470"/>
            <a:ext cx="6315114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开柜操作（标准滑道档案柜）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C9EA77A-C411-CCA3-C213-214EA7AEC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277" y="925053"/>
            <a:ext cx="10168991" cy="536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54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DC81-EBA1-25ED-B39F-E3BE4B0D6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63391-50C1-9A2E-EA2B-A76A52665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560" y="53470"/>
            <a:ext cx="606728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开柜操作（防磁磁盘柜）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02AD75-1B4D-9B61-7C4B-6827267B1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83" y="1040446"/>
            <a:ext cx="11277600" cy="521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266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E118C-D0E3-11F3-AC65-EBFD2FE7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B3A503-8716-8329-F4DF-AD9809C63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9196" y="53470"/>
            <a:ext cx="5637049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开柜操作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标识图例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D3E0BA-DDF9-1521-F1B7-41A8B40A6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069" y="930127"/>
            <a:ext cx="9431066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62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E118C-D0E3-11F3-AC65-EBFD2FE7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50F5909-13A0-9590-54D9-1C7C03336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579" y="2950680"/>
            <a:ext cx="6636427" cy="368690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5B3A503-8716-8329-F4DF-AD9809C63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914" y="53470"/>
            <a:ext cx="5876331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开柜操作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设置档口用途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253119A-7175-C77D-672A-9BD181F99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204" y="708222"/>
            <a:ext cx="3324225" cy="1638300"/>
          </a:xfrm>
          <a:prstGeom prst="rect">
            <a:avLst/>
          </a:prstGeom>
        </p:spPr>
      </p:pic>
      <p:sp>
        <p:nvSpPr>
          <p:cNvPr id="7" name="箭头: 下 6">
            <a:extLst>
              <a:ext uri="{FF2B5EF4-FFF2-40B4-BE49-F238E27FC236}">
                <a16:creationId xmlns:a16="http://schemas.microsoft.com/office/drawing/2014/main" id="{688A5057-94A5-4390-72B8-80D710AA1530}"/>
              </a:ext>
            </a:extLst>
          </p:cNvPr>
          <p:cNvSpPr/>
          <p:nvPr/>
        </p:nvSpPr>
        <p:spPr>
          <a:xfrm>
            <a:off x="7551429" y="2006825"/>
            <a:ext cx="660175" cy="8982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386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53E8E-31FC-34C7-6EA9-72C3C3119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BB739-2709-0F16-DE8A-625570383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715E71-FAC5-BA2E-EF4C-1DD66613C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691" y="1190022"/>
            <a:ext cx="2057687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14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9A46D-388B-5B46-456E-D2AE7E9F8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46BDFD-0262-7241-5B33-A5A23377A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硬盘概览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150F4B-41CF-C937-D40F-0F10ABF24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96" y="681236"/>
            <a:ext cx="9754889" cy="58207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9E06271-E096-B97A-6A7E-226409ABE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273" y="3584772"/>
            <a:ext cx="4393470" cy="314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69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1E53F-E54D-B092-D9F9-2D6F1A326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9E33D7-CC25-7AC4-08A4-0EB3131FD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批量登记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CC392A2-3D65-4B8E-156A-03B31B907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86" y="517892"/>
            <a:ext cx="6243406" cy="275938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F26BF4E-1AE8-69A9-EDC2-FF856FB1E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215" y="1897584"/>
            <a:ext cx="6076964" cy="315900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A6AC9E0-43E9-F04D-D93E-E2DAF07E0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27540"/>
            <a:ext cx="3800402" cy="32709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8BD5E48-E5C8-58EE-2442-689801C53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9785" y="3833356"/>
            <a:ext cx="1673734" cy="284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807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50D08-FA26-EB96-C8B9-B59F03C43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4492A-EA2A-295C-D3ED-FF05DC8E8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交互式登记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44CB7D-3649-A110-CD7B-63383A29C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083" y="575476"/>
            <a:ext cx="7791533" cy="62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7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3D5B7-0636-5D29-582A-734F8A59A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22CE3-E482-CD72-645A-61519430F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批量登记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1BA1A28-AEB1-A292-DD47-B69836EEF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86" y="517892"/>
            <a:ext cx="6243406" cy="275938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2E208B1-D8DF-D2B5-0E5A-CE0779137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013" y="2273974"/>
            <a:ext cx="5304382" cy="275739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4CA4EAD-7534-D21A-AD7E-E3DABA3D3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96" y="3652670"/>
            <a:ext cx="3006991" cy="25880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F39BBD5-0F23-A628-BD40-07964FE98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4852" y="4606184"/>
            <a:ext cx="1324269" cy="225181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641E09A-8B9B-9271-1F76-1E6169A8A8CF}"/>
              </a:ext>
            </a:extLst>
          </p:cNvPr>
          <p:cNvSpPr txBox="1"/>
          <p:nvPr/>
        </p:nvSpPr>
        <p:spPr>
          <a:xfrm>
            <a:off x="8371703" y="127852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硬盘参数表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D6B8FC-1933-EEE3-894C-98D85540732B}"/>
              </a:ext>
            </a:extLst>
          </p:cNvPr>
          <p:cNvSpPr txBox="1"/>
          <p:nvPr/>
        </p:nvSpPr>
        <p:spPr>
          <a:xfrm>
            <a:off x="9370445" y="275768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硬盘存放表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240D26-DA44-0FB6-BE04-7D47105D51B1}"/>
              </a:ext>
            </a:extLst>
          </p:cNvPr>
          <p:cNvSpPr txBox="1"/>
          <p:nvPr/>
        </p:nvSpPr>
        <p:spPr>
          <a:xfrm>
            <a:off x="10601366" y="423685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硬盘可视化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DB84AF38-F590-84C1-CC42-8487701D9242}"/>
              </a:ext>
            </a:extLst>
          </p:cNvPr>
          <p:cNvSpPr/>
          <p:nvPr/>
        </p:nvSpPr>
        <p:spPr>
          <a:xfrm>
            <a:off x="6947417" y="1295619"/>
            <a:ext cx="1338828" cy="3693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左 13">
            <a:extLst>
              <a:ext uri="{FF2B5EF4-FFF2-40B4-BE49-F238E27FC236}">
                <a16:creationId xmlns:a16="http://schemas.microsoft.com/office/drawing/2014/main" id="{26874367-BC39-05F4-0DC4-FCEE809C810B}"/>
              </a:ext>
            </a:extLst>
          </p:cNvPr>
          <p:cNvSpPr/>
          <p:nvPr/>
        </p:nvSpPr>
        <p:spPr>
          <a:xfrm>
            <a:off x="7959839" y="2784718"/>
            <a:ext cx="1338828" cy="3693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左 15">
            <a:extLst>
              <a:ext uri="{FF2B5EF4-FFF2-40B4-BE49-F238E27FC236}">
                <a16:creationId xmlns:a16="http://schemas.microsoft.com/office/drawing/2014/main" id="{51BF1AE9-DDF8-DC9C-DC06-BEF43E241D74}"/>
              </a:ext>
            </a:extLst>
          </p:cNvPr>
          <p:cNvSpPr/>
          <p:nvPr/>
        </p:nvSpPr>
        <p:spPr>
          <a:xfrm>
            <a:off x="9238640" y="4258179"/>
            <a:ext cx="1338828" cy="3693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4880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846C8-7F7B-A13E-C207-4323FDC5E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1E1C3-4409-B2AF-40BC-01055E42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出库申请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09663AF-4CF4-44A4-C122-0B679E5CC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29" y="809204"/>
            <a:ext cx="6279495" cy="38341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76B6521-7C7C-C2DA-2603-EAD4D04B1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632" y="1388929"/>
            <a:ext cx="3273563" cy="45113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B7030AB-C4B1-EBCC-2C4D-B9B6413EF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518" y="4287433"/>
            <a:ext cx="3324212" cy="245641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21522C9-C2EB-213A-C006-6DFCFC00305B}"/>
              </a:ext>
            </a:extLst>
          </p:cNvPr>
          <p:cNvSpPr txBox="1"/>
          <p:nvPr/>
        </p:nvSpPr>
        <p:spPr>
          <a:xfrm>
            <a:off x="7627596" y="80920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线上填写申请信息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2D1BFC-932B-DFC0-2B7F-FDB3AE5EA541}"/>
              </a:ext>
            </a:extLst>
          </p:cNvPr>
          <p:cNvSpPr txBox="1"/>
          <p:nvPr/>
        </p:nvSpPr>
        <p:spPr>
          <a:xfrm>
            <a:off x="5690700" y="324433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申请信息打印、线下签批</a:t>
            </a:r>
          </a:p>
        </p:txBody>
      </p:sp>
      <p:sp>
        <p:nvSpPr>
          <p:cNvPr id="16" name="箭头: 左 15">
            <a:extLst>
              <a:ext uri="{FF2B5EF4-FFF2-40B4-BE49-F238E27FC236}">
                <a16:creationId xmlns:a16="http://schemas.microsoft.com/office/drawing/2014/main" id="{C3EA8ED6-1D77-6EF2-6A5E-F3100FBAC56A}"/>
              </a:ext>
            </a:extLst>
          </p:cNvPr>
          <p:cNvSpPr/>
          <p:nvPr/>
        </p:nvSpPr>
        <p:spPr>
          <a:xfrm>
            <a:off x="6881738" y="758861"/>
            <a:ext cx="658026" cy="47001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AD09A7C0-A5B9-F2C5-2214-B27E6E79E660}"/>
              </a:ext>
            </a:extLst>
          </p:cNvPr>
          <p:cNvSpPr/>
          <p:nvPr/>
        </p:nvSpPr>
        <p:spPr>
          <a:xfrm rot="10800000">
            <a:off x="8460342" y="3156329"/>
            <a:ext cx="658026" cy="54534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4679D41-7923-1825-ABBE-2D5E4591F515}"/>
              </a:ext>
            </a:extLst>
          </p:cNvPr>
          <p:cNvSpPr txBox="1"/>
          <p:nvPr/>
        </p:nvSpPr>
        <p:spPr>
          <a:xfrm>
            <a:off x="2573865" y="533097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状态同步</a:t>
            </a:r>
          </a:p>
        </p:txBody>
      </p:sp>
      <p:sp>
        <p:nvSpPr>
          <p:cNvPr id="20" name="箭头: 左 19">
            <a:extLst>
              <a:ext uri="{FF2B5EF4-FFF2-40B4-BE49-F238E27FC236}">
                <a16:creationId xmlns:a16="http://schemas.microsoft.com/office/drawing/2014/main" id="{E9280616-EF8C-9E09-BD3F-6914089C81F5}"/>
              </a:ext>
            </a:extLst>
          </p:cNvPr>
          <p:cNvSpPr/>
          <p:nvPr/>
        </p:nvSpPr>
        <p:spPr>
          <a:xfrm rot="10800000">
            <a:off x="3918151" y="5280632"/>
            <a:ext cx="658026" cy="47001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35772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11D44-6065-6313-E41B-AD24B2B6D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928E75-2BA0-B2B8-F975-F133F15C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出库申请的待办事项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9A0D065-CA22-B161-B52A-8C9133B44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223" y="835873"/>
            <a:ext cx="9540678" cy="561752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FE09237-7024-80A3-F25A-B0D8D1DA8A19}"/>
              </a:ext>
            </a:extLst>
          </p:cNvPr>
          <p:cNvSpPr txBox="1"/>
          <p:nvPr/>
        </p:nvSpPr>
        <p:spPr>
          <a:xfrm>
            <a:off x="10203556" y="324433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待办提醒机制</a:t>
            </a:r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C9DC1B7F-29AB-0D7D-093F-A34054DE0688}"/>
              </a:ext>
            </a:extLst>
          </p:cNvPr>
          <p:cNvSpPr/>
          <p:nvPr/>
        </p:nvSpPr>
        <p:spPr>
          <a:xfrm rot="16200000">
            <a:off x="10012509" y="4096598"/>
            <a:ext cx="1192809" cy="45154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343BDF53-AB0F-2D1A-FAC8-44A0147FE2EA}"/>
              </a:ext>
            </a:extLst>
          </p:cNvPr>
          <p:cNvSpPr/>
          <p:nvPr/>
        </p:nvSpPr>
        <p:spPr>
          <a:xfrm>
            <a:off x="10833871" y="1020684"/>
            <a:ext cx="309030" cy="210226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411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992B1-C09D-ACAE-2999-2058FC481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A66AA-1721-14D6-C4F7-29C533F8B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出库办理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384736-01D5-A25F-E6BD-5653F22E6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43" y="598811"/>
            <a:ext cx="10155342" cy="61244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EDF116B-EA1A-5AAF-096F-4EA620D4512E}"/>
              </a:ext>
            </a:extLst>
          </p:cNvPr>
          <p:cNvSpPr txBox="1"/>
          <p:nvPr/>
        </p:nvSpPr>
        <p:spPr>
          <a:xfrm>
            <a:off x="3270920" y="3423891"/>
            <a:ext cx="13388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确认审批、</a:t>
            </a:r>
            <a:endParaRPr lang="en-US" altLang="zh-CN" dirty="0"/>
          </a:p>
          <a:p>
            <a:r>
              <a:rPr lang="zh-CN" altLang="en-US" dirty="0"/>
              <a:t>签字交接、</a:t>
            </a:r>
            <a:endParaRPr lang="en-US" altLang="zh-CN" dirty="0"/>
          </a:p>
          <a:p>
            <a:r>
              <a:rPr lang="zh-CN" altLang="en-US" dirty="0"/>
              <a:t>上传附件、</a:t>
            </a:r>
            <a:endParaRPr lang="en-US" altLang="zh-CN" dirty="0"/>
          </a:p>
          <a:p>
            <a:r>
              <a:rPr lang="zh-CN" altLang="en-US" dirty="0"/>
              <a:t>确认办结</a:t>
            </a:r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8" name="箭头: 左 7">
            <a:extLst>
              <a:ext uri="{FF2B5EF4-FFF2-40B4-BE49-F238E27FC236}">
                <a16:creationId xmlns:a16="http://schemas.microsoft.com/office/drawing/2014/main" id="{1092B835-8A45-AD68-C704-08B9F83CA36B}"/>
              </a:ext>
            </a:extLst>
          </p:cNvPr>
          <p:cNvSpPr/>
          <p:nvPr/>
        </p:nvSpPr>
        <p:spPr>
          <a:xfrm rot="10800000">
            <a:off x="4609748" y="3686495"/>
            <a:ext cx="1425668" cy="67511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075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AF040-F589-6670-27B4-6CCF21536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4927DE-C06E-EEA7-65A3-17F5B13C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出库办理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46333D-33C3-73C3-7744-9369F296E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077232"/>
            <a:ext cx="5476968" cy="40983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2C1F199-732D-83BB-A8E7-C2A1A7ACE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938" y="2534433"/>
            <a:ext cx="2068281" cy="298294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B4487C4-6958-ED74-0F0E-58C1C3EB3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82442"/>
            <a:ext cx="12192000" cy="111538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8254AFD-F1D0-5383-396A-1A80694DE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9800" y="3571151"/>
            <a:ext cx="2010590" cy="260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42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131E5-A939-4408-53F9-DE16E99EE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A98A63-5F16-3325-0547-FEF59F46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788344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出库申请及办理业务流程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1D9B0B-ECD0-FB23-8D43-3A1D9BEF05C5}"/>
              </a:ext>
            </a:extLst>
          </p:cNvPr>
          <p:cNvSpPr/>
          <p:nvPr/>
        </p:nvSpPr>
        <p:spPr>
          <a:xfrm>
            <a:off x="473528" y="681786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线上申请、打印输出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7A5292-6E8C-C371-90C4-EF973DE63905}"/>
              </a:ext>
            </a:extLst>
          </p:cNvPr>
          <p:cNvSpPr/>
          <p:nvPr/>
        </p:nvSpPr>
        <p:spPr>
          <a:xfrm>
            <a:off x="1768929" y="1466890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线下审批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69AF5A-4095-3CC1-3A23-22DDF0F0BEE0}"/>
              </a:ext>
            </a:extLst>
          </p:cNvPr>
          <p:cNvSpPr/>
          <p:nvPr/>
        </p:nvSpPr>
        <p:spPr>
          <a:xfrm>
            <a:off x="3248996" y="2216546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审批确认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5369FF-27F6-0D22-F650-D2974BFF0E3E}"/>
              </a:ext>
            </a:extLst>
          </p:cNvPr>
          <p:cNvSpPr/>
          <p:nvPr/>
        </p:nvSpPr>
        <p:spPr>
          <a:xfrm>
            <a:off x="4683578" y="2966202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实物交接</a:t>
            </a:r>
            <a:endParaRPr lang="en-US" altLang="zh-CN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87CFC8-EB8C-04EF-364B-79CF57F0E5FB}"/>
              </a:ext>
            </a:extLst>
          </p:cNvPr>
          <p:cNvSpPr/>
          <p:nvPr/>
        </p:nvSpPr>
        <p:spPr>
          <a:xfrm>
            <a:off x="6035416" y="3733295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交接签字</a:t>
            </a:r>
            <a:endParaRPr lang="en-US" altLang="zh-CN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2B075D-39B7-AE28-B431-DDB2AA538A49}"/>
              </a:ext>
            </a:extLst>
          </p:cNvPr>
          <p:cNvSpPr/>
          <p:nvPr/>
        </p:nvSpPr>
        <p:spPr>
          <a:xfrm>
            <a:off x="7310255" y="4473882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附件上传</a:t>
            </a:r>
            <a:endParaRPr lang="en-US" altLang="zh-CN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FACCBA-B9B0-C261-4A3B-8137C6D78858}"/>
              </a:ext>
            </a:extLst>
          </p:cNvPr>
          <p:cNvSpPr/>
          <p:nvPr/>
        </p:nvSpPr>
        <p:spPr>
          <a:xfrm>
            <a:off x="8481830" y="5220825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确认办结</a:t>
            </a:r>
            <a:endParaRPr lang="en-US" altLang="zh-CN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E5D92D-F8B8-37EA-105B-D591E99008F2}"/>
              </a:ext>
            </a:extLst>
          </p:cNvPr>
          <p:cNvSpPr/>
          <p:nvPr/>
        </p:nvSpPr>
        <p:spPr>
          <a:xfrm>
            <a:off x="9653406" y="6030141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附件增补</a:t>
            </a:r>
            <a:endParaRPr lang="en-US" altLang="zh-CN" dirty="0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9C75C95C-CFB0-C2D7-3E91-CD60639D929E}"/>
              </a:ext>
            </a:extLst>
          </p:cNvPr>
          <p:cNvSpPr/>
          <p:nvPr/>
        </p:nvSpPr>
        <p:spPr>
          <a:xfrm>
            <a:off x="538844" y="3869262"/>
            <a:ext cx="3722914" cy="130675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5262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D1FD9-F5D2-D75B-1E6D-4DF3A5226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F6F0C-8C39-A33F-D378-4A1ED3CF8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461" y="111258"/>
            <a:ext cx="7130033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出库业务对应的数据库同步更新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F91E375-1316-CD48-B680-0D20572B4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1" y="710532"/>
            <a:ext cx="6260350" cy="15245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66792DD-C0B9-58D3-E04C-2881B6D08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671" y="2561651"/>
            <a:ext cx="10371292" cy="86734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0A5B75F-9E4F-9F0A-EABF-61725EB54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55" y="3660704"/>
            <a:ext cx="3176933" cy="3092098"/>
          </a:xfrm>
          <a:prstGeom prst="rect">
            <a:avLst/>
          </a:prstGeom>
        </p:spPr>
      </p:pic>
      <p:sp>
        <p:nvSpPr>
          <p:cNvPr id="12" name="箭头: 圆角右 11">
            <a:extLst>
              <a:ext uri="{FF2B5EF4-FFF2-40B4-BE49-F238E27FC236}">
                <a16:creationId xmlns:a16="http://schemas.microsoft.com/office/drawing/2014/main" id="{36C28640-85E7-BAC2-71E5-72C6F2A7F990}"/>
              </a:ext>
            </a:extLst>
          </p:cNvPr>
          <p:cNvSpPr/>
          <p:nvPr/>
        </p:nvSpPr>
        <p:spPr>
          <a:xfrm rot="10800000">
            <a:off x="3492389" y="3527461"/>
            <a:ext cx="658825" cy="76888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972945A-A67F-2629-ED1E-1DDD74901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4559" y="3843250"/>
            <a:ext cx="3317333" cy="2585872"/>
          </a:xfrm>
          <a:prstGeom prst="rect">
            <a:avLst/>
          </a:prstGeom>
        </p:spPr>
      </p:pic>
      <p:sp>
        <p:nvSpPr>
          <p:cNvPr id="15" name="箭头: 右 14">
            <a:extLst>
              <a:ext uri="{FF2B5EF4-FFF2-40B4-BE49-F238E27FC236}">
                <a16:creationId xmlns:a16="http://schemas.microsoft.com/office/drawing/2014/main" id="{07AAF62A-7417-6602-B88A-7CD4836DD017}"/>
              </a:ext>
            </a:extLst>
          </p:cNvPr>
          <p:cNvSpPr/>
          <p:nvPr/>
        </p:nvSpPr>
        <p:spPr>
          <a:xfrm rot="10800000">
            <a:off x="8318611" y="5714505"/>
            <a:ext cx="817296" cy="3479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697E598-D180-0278-A34F-DE292F7AD5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5907" y="5018590"/>
            <a:ext cx="2470773" cy="141053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23E130A-EA11-BDAA-785E-86B49AC2B0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088" y="1107851"/>
            <a:ext cx="4500875" cy="244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741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6D102-315F-5467-7DAF-C3F3D816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85458-D1BD-FFB2-30B7-0B2B7AF56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归还申请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058DC7-E0CB-6192-7255-BD67E7D5C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47" y="651938"/>
            <a:ext cx="9667285" cy="52565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0FDA04F-55B0-61BB-48A6-679D82F6D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668" y="4163236"/>
            <a:ext cx="2152950" cy="1524213"/>
          </a:xfrm>
          <a:prstGeom prst="rect">
            <a:avLst/>
          </a:prstGeom>
        </p:spPr>
      </p:pic>
      <p:sp>
        <p:nvSpPr>
          <p:cNvPr id="8" name="箭头: 下 7">
            <a:extLst>
              <a:ext uri="{FF2B5EF4-FFF2-40B4-BE49-F238E27FC236}">
                <a16:creationId xmlns:a16="http://schemas.microsoft.com/office/drawing/2014/main" id="{4E116C54-944B-92BF-2D1E-6677EC3949C8}"/>
              </a:ext>
            </a:extLst>
          </p:cNvPr>
          <p:cNvSpPr/>
          <p:nvPr/>
        </p:nvSpPr>
        <p:spPr>
          <a:xfrm>
            <a:off x="5449986" y="3568548"/>
            <a:ext cx="499010" cy="68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1B7E362-AD8F-4148-B5CA-5F882D862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860" y="3331896"/>
            <a:ext cx="2481393" cy="3429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18F75FA-400D-4003-1A57-2F3882A3B465}"/>
              </a:ext>
            </a:extLst>
          </p:cNvPr>
          <p:cNvSpPr txBox="1"/>
          <p:nvPr/>
        </p:nvSpPr>
        <p:spPr>
          <a:xfrm>
            <a:off x="1836893" y="6097865"/>
            <a:ext cx="2492990" cy="6463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归还人填写归还信息、</a:t>
            </a:r>
            <a:endParaRPr lang="en-US" altLang="zh-CN" dirty="0"/>
          </a:p>
          <a:p>
            <a:r>
              <a:rPr lang="zh-CN" altLang="en-US" dirty="0"/>
              <a:t>打印归还单</a:t>
            </a:r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75FF9C92-A30C-F778-FF06-6C90C39B77BB}"/>
              </a:ext>
            </a:extLst>
          </p:cNvPr>
          <p:cNvSpPr/>
          <p:nvPr/>
        </p:nvSpPr>
        <p:spPr>
          <a:xfrm rot="7006408">
            <a:off x="1802100" y="4482913"/>
            <a:ext cx="2947957" cy="41226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046651B7-CF38-8559-FEAE-02F273109916}"/>
              </a:ext>
            </a:extLst>
          </p:cNvPr>
          <p:cNvSpPr/>
          <p:nvPr/>
        </p:nvSpPr>
        <p:spPr>
          <a:xfrm rot="5086196">
            <a:off x="6898887" y="3827077"/>
            <a:ext cx="369987" cy="488030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632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CF057-5A97-BC73-A0AE-6E1A0AC2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FE3B4-2526-413B-A7D7-335547E14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归还办理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42F7515-5C8B-F4C1-B1A7-ADDC36B7A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68" y="598811"/>
            <a:ext cx="5017063" cy="264818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93ABAE5-505C-5C5A-8349-919CAA909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052" y="3389655"/>
            <a:ext cx="9387434" cy="98349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067A36F-0729-7FF9-DA95-DF2A980EF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769" y="4547835"/>
            <a:ext cx="5615970" cy="203321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68A994E-B972-9322-AFA8-8A95B7AFAD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139" y="4626651"/>
            <a:ext cx="3930028" cy="203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33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807D2-7E9E-BA0A-28A5-60C58AAD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A5FF4F4-F63B-4704-B41A-8BDA58942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27" y="582310"/>
            <a:ext cx="11443164" cy="622222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5667F3E-4733-FFE9-0563-84468E44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盘库登记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6E7E5F-875F-3621-CF50-5AB3D04B8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330" y="2160010"/>
            <a:ext cx="6404825" cy="439049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B7FB841-90D4-512C-DEDD-F58C3DACFF13}"/>
              </a:ext>
            </a:extLst>
          </p:cNvPr>
          <p:cNvSpPr txBox="1"/>
          <p:nvPr/>
        </p:nvSpPr>
        <p:spPr>
          <a:xfrm>
            <a:off x="10371046" y="2713306"/>
            <a:ext cx="1338828" cy="923330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损坏登记、</a:t>
            </a:r>
            <a:endParaRPr lang="en-US" altLang="zh-CN" dirty="0"/>
          </a:p>
          <a:p>
            <a:r>
              <a:rPr lang="zh-CN" altLang="en-US" dirty="0"/>
              <a:t>盘失登记、</a:t>
            </a:r>
            <a:endParaRPr lang="en-US" altLang="zh-CN" dirty="0"/>
          </a:p>
          <a:p>
            <a:r>
              <a:rPr lang="zh-CN" altLang="en-US" dirty="0"/>
              <a:t>拟销登记</a:t>
            </a:r>
          </a:p>
        </p:txBody>
      </p:sp>
      <p:sp>
        <p:nvSpPr>
          <p:cNvPr id="8" name="箭头: 左 7">
            <a:extLst>
              <a:ext uri="{FF2B5EF4-FFF2-40B4-BE49-F238E27FC236}">
                <a16:creationId xmlns:a16="http://schemas.microsoft.com/office/drawing/2014/main" id="{453A3703-12DF-9C44-5B6E-23D7F687C899}"/>
              </a:ext>
            </a:extLst>
          </p:cNvPr>
          <p:cNvSpPr/>
          <p:nvPr/>
        </p:nvSpPr>
        <p:spPr>
          <a:xfrm rot="19943028">
            <a:off x="9005455" y="3297382"/>
            <a:ext cx="1330036" cy="48029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081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B8AFE-76B1-7AF6-36EA-D9FCDEBA2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5044BF6-E53F-C681-48CF-F1193239C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27" y="582310"/>
            <a:ext cx="11443164" cy="622222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99334A9-D4C0-7924-A33E-30B21184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离库处置</a:t>
            </a:r>
          </a:p>
        </p:txBody>
      </p:sp>
    </p:spTree>
    <p:extLst>
      <p:ext uri="{BB962C8B-B14F-4D97-AF65-F5344CB8AC3E}">
        <p14:creationId xmlns:p14="http://schemas.microsoft.com/office/powerpoint/2010/main" val="16934214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D6668-4D4A-00C4-BAE9-7ED529AA7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740B611-C23A-9107-18F8-444FBF007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66" y="598810"/>
            <a:ext cx="11412816" cy="620571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F7803FE-1C54-299B-D3C1-5CED2709B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离库登记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312A75-687C-E562-0EC4-135EA7872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385" y="2057679"/>
            <a:ext cx="6825612" cy="467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2353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CA9A1-C9A0-A1BC-70E3-598800761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69453-4222-8657-A44B-D1219F85F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6D9AFD-48AD-DB54-7B31-DD699AA89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806" y="1291464"/>
            <a:ext cx="2152950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708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74688-AB73-0543-D45F-CDB65A83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E00B84-2C62-EE1D-2927-5B14E6D51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光盘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760901-3B27-2422-52E5-14837CA09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" y="824690"/>
            <a:ext cx="6534887" cy="35533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FE34C2F-2B07-6E20-DB9B-889F2933E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417" y="2454332"/>
            <a:ext cx="7684655" cy="417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566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8B47-FA85-B348-AC77-9A3973D34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6A937D-CEE6-C9C4-E914-389E32F5E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52C955-922E-11D1-1672-360EF5D19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810" y="1223612"/>
            <a:ext cx="2029108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6050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1F8AB-D791-619D-33E3-F6BBBA34C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2AAB5-6272-9230-37F6-D0AA68238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项目信息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4A1A7A-A1D8-8D44-9C66-414259AA9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477" y="712818"/>
            <a:ext cx="8791045" cy="579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780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8A70-223B-D07F-05AF-32D5BCD7A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B2C36-8B94-1C0F-FCA2-3ADFA3588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CE2E49-5190-2F6C-DDD7-A244A5C25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992" y="1104081"/>
            <a:ext cx="2057687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800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81B88-825D-F02D-6671-581F6D93B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5B379-A8CC-A4B4-3916-7D0C9CDC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建档申请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6431215-19EC-2946-E2FD-4182839D4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253" y="726983"/>
            <a:ext cx="10385267" cy="608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879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DC859-DD3F-6B05-AD18-086EF289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69B5D60E-E85A-9147-F5E2-D4428FC6C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3" y="1094206"/>
            <a:ext cx="10501745" cy="571032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9D3B17D-53F9-407F-1F73-00BB31EA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218" y="53470"/>
            <a:ext cx="7202225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建档申请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申请信息录入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CD7ECDE-65B7-43C0-0ADD-C47DD4409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783" y="217918"/>
            <a:ext cx="2897254" cy="1704455"/>
          </a:xfrm>
          <a:prstGeom prst="rect">
            <a:avLst/>
          </a:prstGeom>
        </p:spPr>
      </p:pic>
      <p:sp>
        <p:nvSpPr>
          <p:cNvPr id="8" name="箭头: 上 7">
            <a:extLst>
              <a:ext uri="{FF2B5EF4-FFF2-40B4-BE49-F238E27FC236}">
                <a16:creationId xmlns:a16="http://schemas.microsoft.com/office/drawing/2014/main" id="{C4034A45-FA3A-024E-F333-C4CC0D177B00}"/>
              </a:ext>
            </a:extLst>
          </p:cNvPr>
          <p:cNvSpPr/>
          <p:nvPr/>
        </p:nvSpPr>
        <p:spPr>
          <a:xfrm rot="3777324">
            <a:off x="6767688" y="-205749"/>
            <a:ext cx="299754" cy="454103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606E644-E03D-7665-BE82-F1D7A6A17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982" y="3388329"/>
            <a:ext cx="2465763" cy="3416202"/>
          </a:xfrm>
          <a:prstGeom prst="rect">
            <a:avLst/>
          </a:prstGeom>
        </p:spPr>
      </p:pic>
      <p:sp>
        <p:nvSpPr>
          <p:cNvPr id="13" name="箭头: 上 12">
            <a:extLst>
              <a:ext uri="{FF2B5EF4-FFF2-40B4-BE49-F238E27FC236}">
                <a16:creationId xmlns:a16="http://schemas.microsoft.com/office/drawing/2014/main" id="{87FAA015-820A-677B-EAAB-1B3535C045B7}"/>
              </a:ext>
            </a:extLst>
          </p:cNvPr>
          <p:cNvSpPr/>
          <p:nvPr/>
        </p:nvSpPr>
        <p:spPr>
          <a:xfrm rot="4674228">
            <a:off x="4072824" y="3099716"/>
            <a:ext cx="304800" cy="596793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6999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01E5-9A02-3CDC-FA86-C6F3A9EB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9C4EA-7A3F-64BA-5403-4C8BC552C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建档审批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0F16D9-95C4-5A06-DF8D-DC57C62C6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87" y="641033"/>
            <a:ext cx="10346826" cy="616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609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C92E0-E697-ABC1-620A-BB4BA1851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4D4A7C-E0F1-BA4F-D785-540580F8E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建档审批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2EBD46A-C89D-4EEB-811E-1EE824C55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74" y="1568355"/>
            <a:ext cx="9467272" cy="51511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4632C8B-EBA2-C971-AD0F-CDA5DEDDA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554" y="657289"/>
            <a:ext cx="6095996" cy="852587"/>
          </a:xfrm>
          <a:prstGeom prst="rect">
            <a:avLst/>
          </a:prstGeom>
        </p:spPr>
      </p:pic>
      <p:sp>
        <p:nvSpPr>
          <p:cNvPr id="9" name="箭头: 直角上 8">
            <a:extLst>
              <a:ext uri="{FF2B5EF4-FFF2-40B4-BE49-F238E27FC236}">
                <a16:creationId xmlns:a16="http://schemas.microsoft.com/office/drawing/2014/main" id="{C69164FE-7536-A721-4610-FBC2C074ADB3}"/>
              </a:ext>
            </a:extLst>
          </p:cNvPr>
          <p:cNvSpPr/>
          <p:nvPr/>
        </p:nvSpPr>
        <p:spPr>
          <a:xfrm>
            <a:off x="9836728" y="1603928"/>
            <a:ext cx="812800" cy="5080000"/>
          </a:xfrm>
          <a:prstGeom prst="bentUpArrow">
            <a:avLst>
              <a:gd name="adj1" fmla="val 9354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4560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D4867-47B1-95C1-75A8-043730A82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2B475B-2425-FCDC-13E8-1EF47D95D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资料立档（模拟介质）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6CCF346-125F-BC55-DC4D-163E1A498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945" y="908977"/>
            <a:ext cx="10298545" cy="558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1061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B6186-45BE-BD04-EEA1-58E279E0F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12DBE-C577-C5D4-3F4D-19BA49A4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资料立档（电子介质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6177FC-85CC-B4CA-5AFC-40880A742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4" y="598811"/>
            <a:ext cx="10945091" cy="595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471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4A29-7572-C0DF-7598-ACB8B61E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80C786-3B86-FD89-AD44-55FD4975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资料立档（电子介质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7A74E24-6D5C-5C61-1F59-B9DDF0B6F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08" y="598811"/>
            <a:ext cx="11018982" cy="599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1893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BC3E1-1176-3C0A-06D8-2F88DF423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788738-0ACA-F574-F224-DB9C73DB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资料立档（电子介质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-3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A3FF1E-71F3-2D0C-8AE2-F0C75D058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33" y="1671781"/>
            <a:ext cx="5121747" cy="471516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985CC94-249F-0F3E-A83E-A57D5C9ED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327" y="1671781"/>
            <a:ext cx="5522694" cy="453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859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10434-10E3-C49A-BCF3-4BCD74915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09C076-FD49-F5D1-2875-29EC20E2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BA57D2-F5C9-A4EA-E4A7-ED1D469EF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34" y="1274610"/>
            <a:ext cx="5285523" cy="302029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D78905D-759A-1A49-C099-9914A917C886}"/>
              </a:ext>
            </a:extLst>
          </p:cNvPr>
          <p:cNvSpPr txBox="1"/>
          <p:nvPr/>
        </p:nvSpPr>
        <p:spPr>
          <a:xfrm>
            <a:off x="4531983" y="770568"/>
            <a:ext cx="2117887" cy="369332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待立档</a:t>
            </a:r>
            <a:r>
              <a:rPr lang="en-US" altLang="zh-CN" dirty="0"/>
              <a:t>/</a:t>
            </a:r>
            <a:r>
              <a:rPr lang="zh-CN" altLang="en-US" dirty="0"/>
              <a:t>已立档情况</a:t>
            </a:r>
          </a:p>
        </p:txBody>
      </p:sp>
      <p:sp>
        <p:nvSpPr>
          <p:cNvPr id="8" name="箭头: 上 7">
            <a:extLst>
              <a:ext uri="{FF2B5EF4-FFF2-40B4-BE49-F238E27FC236}">
                <a16:creationId xmlns:a16="http://schemas.microsoft.com/office/drawing/2014/main" id="{CB2C8529-4F63-F018-2FD9-D3EC0CA58B58}"/>
              </a:ext>
            </a:extLst>
          </p:cNvPr>
          <p:cNvSpPr/>
          <p:nvPr/>
        </p:nvSpPr>
        <p:spPr>
          <a:xfrm rot="15044181">
            <a:off x="3290855" y="226268"/>
            <a:ext cx="253198" cy="227277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1122213-EB7A-9513-8062-39AD9CF12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013" y="3186544"/>
            <a:ext cx="2986653" cy="33654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408BBE8-9DB5-0AC5-D6B3-930CFA9C2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224" y="770568"/>
            <a:ext cx="3266872" cy="201881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07338BB-C1A5-5EEB-9574-E3BD9C0AE5DB}"/>
              </a:ext>
            </a:extLst>
          </p:cNvPr>
          <p:cNvSpPr txBox="1"/>
          <p:nvPr/>
        </p:nvSpPr>
        <p:spPr>
          <a:xfrm>
            <a:off x="6452122" y="3186544"/>
            <a:ext cx="1869423" cy="646331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模拟资料档案盒</a:t>
            </a:r>
            <a:endParaRPr lang="en-US" altLang="zh-CN" dirty="0"/>
          </a:p>
          <a:p>
            <a:r>
              <a:rPr lang="zh-CN" altLang="en-US" dirty="0"/>
              <a:t>电子介质硬盘袋</a:t>
            </a:r>
          </a:p>
        </p:txBody>
      </p:sp>
      <p:sp>
        <p:nvSpPr>
          <p:cNvPr id="14" name="箭头: 上 13">
            <a:extLst>
              <a:ext uri="{FF2B5EF4-FFF2-40B4-BE49-F238E27FC236}">
                <a16:creationId xmlns:a16="http://schemas.microsoft.com/office/drawing/2014/main" id="{072E2121-786A-7E48-68C3-D0E1FF5935BD}"/>
              </a:ext>
            </a:extLst>
          </p:cNvPr>
          <p:cNvSpPr/>
          <p:nvPr/>
        </p:nvSpPr>
        <p:spPr>
          <a:xfrm rot="3246154">
            <a:off x="7677850" y="1733654"/>
            <a:ext cx="358731" cy="157941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86E23EE8-ABC1-705F-9068-6BBA2B581983}"/>
              </a:ext>
            </a:extLst>
          </p:cNvPr>
          <p:cNvSpPr/>
          <p:nvPr/>
        </p:nvSpPr>
        <p:spPr>
          <a:xfrm rot="7072857">
            <a:off x="7875035" y="3732263"/>
            <a:ext cx="328255" cy="130232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7880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32A49-DC86-500D-1A04-C0149495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56F81-3711-9CD2-30B2-7D5867AD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立档台账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409244-2B9E-9EA4-6B19-0F1C6A7C2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45" y="783705"/>
            <a:ext cx="10825018" cy="588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60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B3C44-7E08-685F-D461-7E2D97542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F78B1-EB94-B2B2-8DD4-FFC238324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立档台账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F3163BB-9438-5CF9-164A-D31F17952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10" y="922144"/>
            <a:ext cx="7528681" cy="406427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C99E9EE-F02E-409F-8EB8-C3AEE2014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545" y="5139903"/>
            <a:ext cx="10400145" cy="159190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61B0B29-DC78-F512-0D9A-F7B30F386548}"/>
              </a:ext>
            </a:extLst>
          </p:cNvPr>
          <p:cNvSpPr txBox="1"/>
          <p:nvPr/>
        </p:nvSpPr>
        <p:spPr>
          <a:xfrm>
            <a:off x="9033164" y="2130693"/>
            <a:ext cx="2614818" cy="1477328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、建档与资料信息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、存放与容器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、立档与生命周期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、流转履历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、电子介质目录与明细</a:t>
            </a:r>
          </a:p>
        </p:txBody>
      </p:sp>
      <p:sp>
        <p:nvSpPr>
          <p:cNvPr id="15" name="箭头: 左 14">
            <a:extLst>
              <a:ext uri="{FF2B5EF4-FFF2-40B4-BE49-F238E27FC236}">
                <a16:creationId xmlns:a16="http://schemas.microsoft.com/office/drawing/2014/main" id="{649EDFB3-AD88-2F1F-CC8B-47465BF52EED}"/>
              </a:ext>
            </a:extLst>
          </p:cNvPr>
          <p:cNvSpPr/>
          <p:nvPr/>
        </p:nvSpPr>
        <p:spPr>
          <a:xfrm rot="408427">
            <a:off x="1296594" y="1627133"/>
            <a:ext cx="7666181" cy="18192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左 15">
            <a:extLst>
              <a:ext uri="{FF2B5EF4-FFF2-40B4-BE49-F238E27FC236}">
                <a16:creationId xmlns:a16="http://schemas.microsoft.com/office/drawing/2014/main" id="{00FE8BBB-C03A-EC60-1914-B0B63F03E71E}"/>
              </a:ext>
            </a:extLst>
          </p:cNvPr>
          <p:cNvSpPr/>
          <p:nvPr/>
        </p:nvSpPr>
        <p:spPr>
          <a:xfrm>
            <a:off x="1365343" y="2416235"/>
            <a:ext cx="7528681" cy="23090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0D60D0B2-F5F4-6599-4B6D-404A7F1E8795}"/>
              </a:ext>
            </a:extLst>
          </p:cNvPr>
          <p:cNvSpPr/>
          <p:nvPr/>
        </p:nvSpPr>
        <p:spPr>
          <a:xfrm rot="21243631">
            <a:off x="1066710" y="3166990"/>
            <a:ext cx="7730242" cy="22829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 17">
            <a:extLst>
              <a:ext uri="{FF2B5EF4-FFF2-40B4-BE49-F238E27FC236}">
                <a16:creationId xmlns:a16="http://schemas.microsoft.com/office/drawing/2014/main" id="{57464562-3844-DB87-ADA5-EA4B4CD82B0E}"/>
              </a:ext>
            </a:extLst>
          </p:cNvPr>
          <p:cNvSpPr/>
          <p:nvPr/>
        </p:nvSpPr>
        <p:spPr>
          <a:xfrm rot="20581877">
            <a:off x="2332436" y="4044509"/>
            <a:ext cx="6564784" cy="23090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左 18">
            <a:extLst>
              <a:ext uri="{FF2B5EF4-FFF2-40B4-BE49-F238E27FC236}">
                <a16:creationId xmlns:a16="http://schemas.microsoft.com/office/drawing/2014/main" id="{9C3F9036-A3B8-6808-F75A-465604D7F64F}"/>
              </a:ext>
            </a:extLst>
          </p:cNvPr>
          <p:cNvSpPr/>
          <p:nvPr/>
        </p:nvSpPr>
        <p:spPr>
          <a:xfrm rot="20308802">
            <a:off x="2514331" y="4669044"/>
            <a:ext cx="6631473" cy="17292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5601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FF1D9-23EE-5322-4B70-AADA1C26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80765-9083-3620-457F-41C9882EE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存量硬盘直办立档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7015B1-E61E-4FB5-E800-7C346E1B477F}"/>
              </a:ext>
            </a:extLst>
          </p:cNvPr>
          <p:cNvSpPr txBox="1"/>
          <p:nvPr/>
        </p:nvSpPr>
        <p:spPr>
          <a:xfrm>
            <a:off x="1838037" y="6259189"/>
            <a:ext cx="10153742" cy="369332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用途：资料室存档数据硬盘的资料录入        文件组织形式：</a:t>
            </a:r>
            <a:r>
              <a:rPr lang="en-US" altLang="zh-CN" dirty="0"/>
              <a:t>D:\2026\</a:t>
            </a:r>
            <a:r>
              <a:rPr lang="zh-CN" altLang="en-US" dirty="0"/>
              <a:t>基础测绘</a:t>
            </a:r>
            <a:r>
              <a:rPr lang="en-US" altLang="zh-CN" dirty="0"/>
              <a:t>\</a:t>
            </a:r>
            <a:r>
              <a:rPr lang="zh-CN" altLang="en-US" dirty="0"/>
              <a:t>原始资料</a:t>
            </a:r>
            <a:r>
              <a:rPr lang="en-US" altLang="zh-CN" dirty="0"/>
              <a:t>\</a:t>
            </a:r>
            <a:r>
              <a:rPr lang="zh-CN" altLang="en-US" dirty="0"/>
              <a:t>影像成果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07DCDD-4114-0AAC-F9CA-42CFAF20D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64" y="664239"/>
            <a:ext cx="10169236" cy="552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8562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A2E3-C8C9-64C0-07B0-3CF9C505E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2DF3F2E-0DCA-4CF4-5018-6657B8410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963" y="1450109"/>
            <a:ext cx="9610237" cy="522556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E05ECCB-F972-3751-E413-789E8BF6F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862" y="182325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存量文本直办立档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6AB140-A325-A7A5-6CBF-646490811ED7}"/>
              </a:ext>
            </a:extLst>
          </p:cNvPr>
          <p:cNvSpPr txBox="1"/>
          <p:nvPr/>
        </p:nvSpPr>
        <p:spPr>
          <a:xfrm>
            <a:off x="230909" y="358666"/>
            <a:ext cx="3647152" cy="923330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用途：资料室存档文本的资料录入</a:t>
            </a:r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：交互式录入</a:t>
            </a:r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2</a:t>
            </a:r>
            <a:r>
              <a:rPr lang="zh-CN" altLang="en-US" dirty="0"/>
              <a:t>：批量导入        </a:t>
            </a:r>
          </a:p>
        </p:txBody>
      </p:sp>
      <p:sp>
        <p:nvSpPr>
          <p:cNvPr id="5" name="箭头: 上 4">
            <a:extLst>
              <a:ext uri="{FF2B5EF4-FFF2-40B4-BE49-F238E27FC236}">
                <a16:creationId xmlns:a16="http://schemas.microsoft.com/office/drawing/2014/main" id="{A534A8F5-26F2-C120-151F-3C6375F7666F}"/>
              </a:ext>
            </a:extLst>
          </p:cNvPr>
          <p:cNvSpPr/>
          <p:nvPr/>
        </p:nvSpPr>
        <p:spPr>
          <a:xfrm rot="6049631">
            <a:off x="4071580" y="-587981"/>
            <a:ext cx="271474" cy="356821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1573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58FC4-7322-2A46-199E-880D61EE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E51406-C276-B4A1-9B27-9FA016A90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862" y="182325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存量文本直办立档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2EB6AD-2718-F552-48D2-64F61CE6BE38}"/>
              </a:ext>
            </a:extLst>
          </p:cNvPr>
          <p:cNvSpPr txBox="1"/>
          <p:nvPr/>
        </p:nvSpPr>
        <p:spPr>
          <a:xfrm>
            <a:off x="230909" y="358666"/>
            <a:ext cx="3647152" cy="923330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用途：资料室存档文本的资料录入</a:t>
            </a:r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：交互式录入</a:t>
            </a:r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2</a:t>
            </a:r>
            <a:r>
              <a:rPr lang="zh-CN" altLang="en-US" dirty="0"/>
              <a:t>：批量导入        </a:t>
            </a:r>
          </a:p>
        </p:txBody>
      </p:sp>
      <p:sp>
        <p:nvSpPr>
          <p:cNvPr id="5" name="箭头: 上 4">
            <a:extLst>
              <a:ext uri="{FF2B5EF4-FFF2-40B4-BE49-F238E27FC236}">
                <a16:creationId xmlns:a16="http://schemas.microsoft.com/office/drawing/2014/main" id="{05EC8379-D888-0493-8066-162A18E1251B}"/>
              </a:ext>
            </a:extLst>
          </p:cNvPr>
          <p:cNvSpPr/>
          <p:nvPr/>
        </p:nvSpPr>
        <p:spPr>
          <a:xfrm rot="6898791">
            <a:off x="4017872" y="214094"/>
            <a:ext cx="271474" cy="356821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00282CF-D4FD-E174-0D60-358DB99B3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854" y="825072"/>
            <a:ext cx="3247273" cy="239374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F1C4349-BD48-2953-0D5E-36F36D615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2" y="3268737"/>
            <a:ext cx="8732291" cy="347679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AC45D1F-1803-E6A2-A3E4-9D1121857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2441" y="3316219"/>
            <a:ext cx="2600803" cy="342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733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2490E-21A9-6A5A-6255-5B13F0903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09B8A-98E3-69EA-BE5F-4A29071F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862" y="182325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存量文本直办立档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6C84567-9240-90C1-B41C-948BE6974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6" y="583658"/>
            <a:ext cx="8155709" cy="44346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46A6C15-843D-90FB-A7CA-F027FBCD8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133" y="2800991"/>
            <a:ext cx="6096000" cy="33147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D28BED3-BAB8-F5FE-F00D-1CEACBD76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771" y="4779190"/>
            <a:ext cx="3607343" cy="189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067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AB60E-FC26-B2F2-4FA8-39678BB0E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E9C09-FE6F-F114-B870-65E646A87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迁档（模拟资料）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F4EEA8-79E0-C6F0-E723-ED8BD776D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72" y="859683"/>
            <a:ext cx="9818255" cy="533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9105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DD1AF-B64D-498D-16CB-3D5FA5818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FA5E82-EEC6-669A-71E2-35C54E64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迁档（电子资料）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0D7E0F-4673-796A-9340-722FB9FF8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18" y="681484"/>
            <a:ext cx="7871187" cy="427995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6070909-0CF7-8266-FA4F-95312384C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006" y="1307090"/>
            <a:ext cx="7804727" cy="42438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3E01EFB-C327-E02E-FE82-B2B539479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198" y="1931901"/>
            <a:ext cx="7592291" cy="412830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6112A2B-BB38-58A9-2D97-94CDA8AE8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0254" y="2729150"/>
            <a:ext cx="7342909" cy="399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5279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F7E6F-2AFE-A461-85E4-718B3C392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C9199-41EA-A626-BA67-72D7ACBF6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迁档（迁档台账）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587254-BD6F-76DD-AECC-4915EFB2D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1729"/>
            <a:ext cx="4053220" cy="218543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4A9643D-4B16-5DA0-3966-07E5C7109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933" y="2457876"/>
            <a:ext cx="8610393" cy="426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162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3488A-8E73-46CD-09FC-D6BDBA723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7234CF-A60C-7678-AB4A-203453A7B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综合模式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28B516-91AF-78BD-B219-5EA4C7898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11" y="921629"/>
            <a:ext cx="10145977" cy="551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31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92EAB-FA47-8786-85CF-021FF2CAF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64C7B-32D1-7D2F-B498-132EDFD10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电子资料检索模式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9D2717-1670-A73E-1F07-354BD25DC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08" y="952326"/>
            <a:ext cx="9816346" cy="533763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0B54BA0-08D5-542F-21CF-0536013AFA2F}"/>
              </a:ext>
            </a:extLst>
          </p:cNvPr>
          <p:cNvSpPr txBox="1"/>
          <p:nvPr/>
        </p:nvSpPr>
        <p:spPr>
          <a:xfrm>
            <a:off x="9011246" y="4655128"/>
            <a:ext cx="2949846" cy="646331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用途：检索结果将用于</a:t>
            </a:r>
            <a:endParaRPr lang="en-US" altLang="zh-CN" dirty="0"/>
          </a:p>
          <a:p>
            <a:r>
              <a:rPr lang="en-US" altLang="zh-CN" dirty="0"/>
              <a:t>           </a:t>
            </a:r>
            <a:r>
              <a:rPr lang="zh-CN" altLang="en-US" dirty="0"/>
              <a:t>资料借出和入网业务</a:t>
            </a:r>
          </a:p>
        </p:txBody>
      </p:sp>
    </p:spTree>
    <p:extLst>
      <p:ext uri="{BB962C8B-B14F-4D97-AF65-F5344CB8AC3E}">
        <p14:creationId xmlns:p14="http://schemas.microsoft.com/office/powerpoint/2010/main" val="39984977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1EFBF-F6A7-50E6-C2BA-60FF83B6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693D079-CF4F-C63E-7869-1E98D5A82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" y="1204710"/>
            <a:ext cx="9845964" cy="535374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74E36B1-E2B9-E90C-DEF7-99D281C5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模拟资料检索模式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46B614-1A1D-47A9-ED7C-E5445C0177AA}"/>
              </a:ext>
            </a:extLst>
          </p:cNvPr>
          <p:cNvSpPr txBox="1"/>
          <p:nvPr/>
        </p:nvSpPr>
        <p:spPr>
          <a:xfrm>
            <a:off x="8604846" y="5330124"/>
            <a:ext cx="2949846" cy="646331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用途：检索结果将用于</a:t>
            </a:r>
            <a:endParaRPr lang="en-US" altLang="zh-CN" dirty="0"/>
          </a:p>
          <a:p>
            <a:r>
              <a:rPr lang="en-US" altLang="zh-CN" dirty="0"/>
              <a:t>           </a:t>
            </a:r>
            <a:r>
              <a:rPr lang="zh-CN" altLang="en-US" dirty="0"/>
              <a:t>资料借出和入网业务</a:t>
            </a:r>
          </a:p>
        </p:txBody>
      </p:sp>
    </p:spTree>
    <p:extLst>
      <p:ext uri="{BB962C8B-B14F-4D97-AF65-F5344CB8AC3E}">
        <p14:creationId xmlns:p14="http://schemas.microsoft.com/office/powerpoint/2010/main" val="41862551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F79A7-4FAB-3ECF-CEA8-90192F298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42C79-0AAF-E951-EFA4-23390FEC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FC79E3-964E-51BF-A391-C18C6997508B}"/>
              </a:ext>
            </a:extLst>
          </p:cNvPr>
          <p:cNvSpPr txBox="1"/>
          <p:nvPr/>
        </p:nvSpPr>
        <p:spPr>
          <a:xfrm>
            <a:off x="8290810" y="893162"/>
            <a:ext cx="2949846" cy="646331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用途：检索结果将用于</a:t>
            </a:r>
            <a:endParaRPr lang="en-US" altLang="zh-CN" dirty="0"/>
          </a:p>
          <a:p>
            <a:r>
              <a:rPr lang="en-US" altLang="zh-CN" dirty="0"/>
              <a:t>           </a:t>
            </a:r>
            <a:r>
              <a:rPr lang="zh-CN" altLang="en-US" dirty="0"/>
              <a:t>资料借出和入网业务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B5804C4-2A80-9656-9B66-5D22D5B30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72" y="681483"/>
            <a:ext cx="6917163" cy="376120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99820CC-E03E-8570-ECA6-77D3B6299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296" y="2787597"/>
            <a:ext cx="7185891" cy="390732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77CB111-BA10-C43D-F6AA-7ECAEFC46A97}"/>
              </a:ext>
            </a:extLst>
          </p:cNvPr>
          <p:cNvSpPr txBox="1"/>
          <p:nvPr/>
        </p:nvSpPr>
        <p:spPr>
          <a:xfrm>
            <a:off x="1335774" y="5007962"/>
            <a:ext cx="1800493" cy="646331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电子资料检索集</a:t>
            </a:r>
            <a:endParaRPr lang="en-US" altLang="zh-CN" dirty="0"/>
          </a:p>
          <a:p>
            <a:r>
              <a:rPr lang="zh-CN" altLang="en-US" dirty="0"/>
              <a:t>模拟资料检索集</a:t>
            </a:r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F187D0D4-2B2C-5301-5ED5-CA0D8FA84C32}"/>
              </a:ext>
            </a:extLst>
          </p:cNvPr>
          <p:cNvSpPr/>
          <p:nvPr/>
        </p:nvSpPr>
        <p:spPr>
          <a:xfrm>
            <a:off x="1775404" y="1539494"/>
            <a:ext cx="330487" cy="336501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直角上 15">
            <a:extLst>
              <a:ext uri="{FF2B5EF4-FFF2-40B4-BE49-F238E27FC236}">
                <a16:creationId xmlns:a16="http://schemas.microsoft.com/office/drawing/2014/main" id="{6F710A54-2BAE-CA69-EB39-F5DAD2D125DA}"/>
              </a:ext>
            </a:extLst>
          </p:cNvPr>
          <p:cNvSpPr/>
          <p:nvPr/>
        </p:nvSpPr>
        <p:spPr>
          <a:xfrm>
            <a:off x="3335684" y="3703889"/>
            <a:ext cx="3287624" cy="1627238"/>
          </a:xfrm>
          <a:prstGeom prst="bentUpArrow">
            <a:avLst>
              <a:gd name="adj1" fmla="val 7999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0300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90090-89FA-048C-2D45-18E65321D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339DC-DE2B-D730-DC7B-4797D0AC9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EB3846-3A96-EAE1-D665-705DEDE89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509" y="775915"/>
            <a:ext cx="2010056" cy="5306165"/>
          </a:xfrm>
          <a:prstGeom prst="rect">
            <a:avLst/>
          </a:prstGeom>
        </p:spPr>
      </p:pic>
      <p:sp>
        <p:nvSpPr>
          <p:cNvPr id="5" name="左大括号 4">
            <a:extLst>
              <a:ext uri="{FF2B5EF4-FFF2-40B4-BE49-F238E27FC236}">
                <a16:creationId xmlns:a16="http://schemas.microsoft.com/office/drawing/2014/main" id="{E543C812-797F-684B-E974-025215439F68}"/>
              </a:ext>
            </a:extLst>
          </p:cNvPr>
          <p:cNvSpPr/>
          <p:nvPr/>
        </p:nvSpPr>
        <p:spPr>
          <a:xfrm>
            <a:off x="4959928" y="3428998"/>
            <a:ext cx="822036" cy="1754909"/>
          </a:xfrm>
          <a:prstGeom prst="leftBrace">
            <a:avLst>
              <a:gd name="adj1" fmla="val 8333"/>
              <a:gd name="adj2" fmla="val 4894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4B786C4-EFE1-0966-288F-C92CCC534CC6}"/>
              </a:ext>
            </a:extLst>
          </p:cNvPr>
          <p:cNvSpPr txBox="1"/>
          <p:nvPr/>
        </p:nvSpPr>
        <p:spPr>
          <a:xfrm>
            <a:off x="3136267" y="4075619"/>
            <a:ext cx="15147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1202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F353-899E-A7CF-4014-63CD52EA1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D1D4B-FC94-E420-F15C-3B957505A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借出申请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9121CF0-53C4-1FAB-FBA9-A93887735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73" y="743597"/>
            <a:ext cx="10006994" cy="597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657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1B92-0DAE-A992-6DA2-64B22D56D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34DFC-5619-B139-D064-D69A1CCA3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借出申请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7E76B5-7370-2660-F81E-230A14466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06" y="1726139"/>
            <a:ext cx="3218036" cy="182293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C9D58E1-BD7E-8949-3051-66712C043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07" y="3838556"/>
            <a:ext cx="3218036" cy="18818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BD3FC7B-B68F-BB99-79A0-D7A25F8D1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437" y="1587593"/>
            <a:ext cx="3338109" cy="181766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EC3AA34-532F-9FBC-9FD5-4B91D60FB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437" y="3684712"/>
            <a:ext cx="5532516" cy="186659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29EADAF-2A33-5169-26DE-88DE044F85D6}"/>
              </a:ext>
            </a:extLst>
          </p:cNvPr>
          <p:cNvSpPr txBox="1"/>
          <p:nvPr/>
        </p:nvSpPr>
        <p:spPr>
          <a:xfrm>
            <a:off x="4687348" y="4593728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复制</a:t>
            </a:r>
            <a:r>
              <a:rPr lang="en-US" altLang="zh-CN" dirty="0"/>
              <a:t>/</a:t>
            </a:r>
            <a:r>
              <a:rPr lang="zh-CN" altLang="en-US" dirty="0"/>
              <a:t>拷贝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770F0AB-F60D-B4D1-A290-024F05761946}"/>
              </a:ext>
            </a:extLst>
          </p:cNvPr>
          <p:cNvSpPr txBox="1"/>
          <p:nvPr/>
        </p:nvSpPr>
        <p:spPr>
          <a:xfrm>
            <a:off x="7015018" y="11220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电子资料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F372B4-4C53-BFBC-D8B9-700EFA330F8F}"/>
              </a:ext>
            </a:extLst>
          </p:cNvPr>
          <p:cNvSpPr txBox="1"/>
          <p:nvPr/>
        </p:nvSpPr>
        <p:spPr>
          <a:xfrm>
            <a:off x="4950691" y="263760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提档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351408-5407-2048-268F-B27E634E40EC}"/>
              </a:ext>
            </a:extLst>
          </p:cNvPr>
          <p:cNvSpPr txBox="1"/>
          <p:nvPr/>
        </p:nvSpPr>
        <p:spPr>
          <a:xfrm>
            <a:off x="1565564" y="12607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模拟资料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DA08A0EF-FC8F-BE38-35C5-FE2FFCBFAF81}"/>
              </a:ext>
            </a:extLst>
          </p:cNvPr>
          <p:cNvSpPr/>
          <p:nvPr/>
        </p:nvSpPr>
        <p:spPr>
          <a:xfrm>
            <a:off x="5729614" y="2729939"/>
            <a:ext cx="360218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3F72BB08-DFB2-4212-88BB-C0301851A938}"/>
              </a:ext>
            </a:extLst>
          </p:cNvPr>
          <p:cNvSpPr/>
          <p:nvPr/>
        </p:nvSpPr>
        <p:spPr>
          <a:xfrm>
            <a:off x="5909723" y="4686061"/>
            <a:ext cx="360218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左 20">
            <a:extLst>
              <a:ext uri="{FF2B5EF4-FFF2-40B4-BE49-F238E27FC236}">
                <a16:creationId xmlns:a16="http://schemas.microsoft.com/office/drawing/2014/main" id="{9A86C5CD-31FB-BEDD-482B-B8A582FE7D43}"/>
              </a:ext>
            </a:extLst>
          </p:cNvPr>
          <p:cNvSpPr/>
          <p:nvPr/>
        </p:nvSpPr>
        <p:spPr>
          <a:xfrm>
            <a:off x="4396509" y="2744326"/>
            <a:ext cx="554182" cy="18466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左 24">
            <a:extLst>
              <a:ext uri="{FF2B5EF4-FFF2-40B4-BE49-F238E27FC236}">
                <a16:creationId xmlns:a16="http://schemas.microsoft.com/office/drawing/2014/main" id="{56245C9C-5C72-7063-D652-BC1CAF3B1F20}"/>
              </a:ext>
            </a:extLst>
          </p:cNvPr>
          <p:cNvSpPr/>
          <p:nvPr/>
        </p:nvSpPr>
        <p:spPr>
          <a:xfrm>
            <a:off x="4137892" y="4686061"/>
            <a:ext cx="554182" cy="18466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1710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347D-8276-9902-7D58-A4BCBD2BD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3A026-0561-67A2-1926-F297E6652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借出申请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274CDC4-3B42-02D4-E3C6-4556584F9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35" y="865187"/>
            <a:ext cx="10797309" cy="585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085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0E0B4-F070-BF5A-79DF-02527D7B9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7F4A3-7020-248E-C711-80CFFD44D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借出申请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B68B744-AC85-350C-B3A4-8DA221B93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361" y="883796"/>
            <a:ext cx="5909973" cy="392122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17B5FB8-A3AA-48A3-A6FB-31BEE1D6B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59" y="524466"/>
            <a:ext cx="4496427" cy="421063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280CBE4-7395-7162-B939-E9ADCF35E370}"/>
              </a:ext>
            </a:extLst>
          </p:cNvPr>
          <p:cNvSpPr txBox="1"/>
          <p:nvPr/>
        </p:nvSpPr>
        <p:spPr>
          <a:xfrm>
            <a:off x="2484582" y="143111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复制模式借出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20A6F4C-580B-0E01-D4E0-4C2FDEDC35CB}"/>
              </a:ext>
            </a:extLst>
          </p:cNvPr>
          <p:cNvSpPr txBox="1"/>
          <p:nvPr/>
        </p:nvSpPr>
        <p:spPr>
          <a:xfrm>
            <a:off x="8388355" y="173686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提档模式借出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2CD3EBF4-3447-A701-E3DE-4F094325A58F}"/>
              </a:ext>
            </a:extLst>
          </p:cNvPr>
          <p:cNvSpPr/>
          <p:nvPr/>
        </p:nvSpPr>
        <p:spPr>
          <a:xfrm>
            <a:off x="1498907" y="1496322"/>
            <a:ext cx="905163" cy="23892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B2AE17EE-5D45-7AA5-88BE-D92546DDD6BD}"/>
              </a:ext>
            </a:extLst>
          </p:cNvPr>
          <p:cNvSpPr/>
          <p:nvPr/>
        </p:nvSpPr>
        <p:spPr>
          <a:xfrm rot="10800000">
            <a:off x="6486497" y="1799872"/>
            <a:ext cx="1727200" cy="2632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9577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95FE3-1FAF-68FA-B609-F9F9018BB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C94BE-7993-50C7-2D4F-AF824073B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借出审批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E674E0-4680-31AF-34D0-EA1100635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17" y="681484"/>
            <a:ext cx="10806545" cy="58760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8B6843F-78FF-7486-6811-3B60DADE6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960" y="2119150"/>
            <a:ext cx="1904860" cy="1768799"/>
          </a:xfrm>
          <a:prstGeom prst="rect">
            <a:avLst/>
          </a:prstGeom>
        </p:spPr>
      </p:pic>
      <p:sp>
        <p:nvSpPr>
          <p:cNvPr id="13" name="箭头: 左 12">
            <a:extLst>
              <a:ext uri="{FF2B5EF4-FFF2-40B4-BE49-F238E27FC236}">
                <a16:creationId xmlns:a16="http://schemas.microsoft.com/office/drawing/2014/main" id="{30CBED6C-AE9F-0029-165C-32F5D7039AB5}"/>
              </a:ext>
            </a:extLst>
          </p:cNvPr>
          <p:cNvSpPr/>
          <p:nvPr/>
        </p:nvSpPr>
        <p:spPr>
          <a:xfrm rot="20629734" flipV="1">
            <a:off x="3265663" y="3009789"/>
            <a:ext cx="1388746" cy="12025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2437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91FC2-F7D8-BF0C-D89F-4AA6225ED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86CD53-CD11-1818-E6FB-0AD0A9CC2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借出审批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FFA14E-FA9F-C0C8-04A7-0B4C8D05E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17" y="681484"/>
            <a:ext cx="10806545" cy="587605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E4CB1B2-9053-69F7-B77D-B4BC3B27E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61" y="2828260"/>
            <a:ext cx="2934520" cy="402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33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C7E9F-4444-4F00-6FF3-BDF195542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57266F-7545-D0EE-F9E8-9EAD8AE1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借出前后比较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C1A139-58FC-846F-7310-2A63C6EF4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361" y="883796"/>
            <a:ext cx="5909973" cy="392122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D0C7492-597B-F6A1-5907-0436C9DED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59" y="524466"/>
            <a:ext cx="4496427" cy="421063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9134E6B-A5AA-DCA9-E7D4-E63B90E714E7}"/>
              </a:ext>
            </a:extLst>
          </p:cNvPr>
          <p:cNvSpPr txBox="1"/>
          <p:nvPr/>
        </p:nvSpPr>
        <p:spPr>
          <a:xfrm>
            <a:off x="2484582" y="143111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复制模式借出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650BA1-A1F5-0010-1479-3733BD3FC782}"/>
              </a:ext>
            </a:extLst>
          </p:cNvPr>
          <p:cNvSpPr txBox="1"/>
          <p:nvPr/>
        </p:nvSpPr>
        <p:spPr>
          <a:xfrm>
            <a:off x="8388355" y="173686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提档模式借出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86FC4C45-5976-75BA-7304-206DE07BD69D}"/>
              </a:ext>
            </a:extLst>
          </p:cNvPr>
          <p:cNvSpPr/>
          <p:nvPr/>
        </p:nvSpPr>
        <p:spPr>
          <a:xfrm>
            <a:off x="1498907" y="1496322"/>
            <a:ext cx="905163" cy="23892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350A9FC3-61E4-5C70-4E13-4D8385A2FA7C}"/>
              </a:ext>
            </a:extLst>
          </p:cNvPr>
          <p:cNvSpPr/>
          <p:nvPr/>
        </p:nvSpPr>
        <p:spPr>
          <a:xfrm rot="10800000">
            <a:off x="6486497" y="1799872"/>
            <a:ext cx="1727200" cy="2632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4F8B8A-FF39-20FA-BDB7-84CBF4571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938" y="3917341"/>
            <a:ext cx="3679179" cy="288867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FD19332-05B4-2A6E-ACC5-5CA166DCB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3806" y="3917341"/>
            <a:ext cx="4185841" cy="2536268"/>
          </a:xfrm>
          <a:prstGeom prst="rect">
            <a:avLst/>
          </a:prstGeom>
        </p:spPr>
      </p:pic>
      <p:sp>
        <p:nvSpPr>
          <p:cNvPr id="15" name="标注: 左右箭头 14">
            <a:extLst>
              <a:ext uri="{FF2B5EF4-FFF2-40B4-BE49-F238E27FC236}">
                <a16:creationId xmlns:a16="http://schemas.microsoft.com/office/drawing/2014/main" id="{12D83ECA-EED6-58EA-381A-384972705629}"/>
              </a:ext>
            </a:extLst>
          </p:cNvPr>
          <p:cNvSpPr/>
          <p:nvPr/>
        </p:nvSpPr>
        <p:spPr>
          <a:xfrm>
            <a:off x="5482117" y="5007329"/>
            <a:ext cx="1951445" cy="1227216"/>
          </a:xfrm>
          <a:prstGeom prst="left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借出后视图</a:t>
            </a:r>
          </a:p>
        </p:txBody>
      </p:sp>
      <p:sp>
        <p:nvSpPr>
          <p:cNvPr id="17" name="标注: 左右箭头 16">
            <a:extLst>
              <a:ext uri="{FF2B5EF4-FFF2-40B4-BE49-F238E27FC236}">
                <a16:creationId xmlns:a16="http://schemas.microsoft.com/office/drawing/2014/main" id="{B8B4E378-F305-746E-52B3-80F97047B44F}"/>
              </a:ext>
            </a:extLst>
          </p:cNvPr>
          <p:cNvSpPr/>
          <p:nvPr/>
        </p:nvSpPr>
        <p:spPr>
          <a:xfrm>
            <a:off x="4005621" y="1936478"/>
            <a:ext cx="1951445" cy="1227216"/>
          </a:xfrm>
          <a:prstGeom prst="left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借出前视图</a:t>
            </a:r>
          </a:p>
        </p:txBody>
      </p:sp>
    </p:spTree>
    <p:extLst>
      <p:ext uri="{BB962C8B-B14F-4D97-AF65-F5344CB8AC3E}">
        <p14:creationId xmlns:p14="http://schemas.microsoft.com/office/powerpoint/2010/main" val="10856353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08CA8-C68C-49CE-5BD0-4E0D7ACEA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CF137B-3818-43C5-F19F-A3BEE80B8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归还申请（正常归还）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1C4CBC-6215-7FE0-0A89-DC8F6A2CD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6" y="935666"/>
            <a:ext cx="10349021" cy="5627280"/>
          </a:xfrm>
          <a:prstGeom prst="rect">
            <a:avLst/>
          </a:prstGeom>
        </p:spPr>
      </p:pic>
      <p:sp>
        <p:nvSpPr>
          <p:cNvPr id="6" name="标注: 上箭头 5">
            <a:extLst>
              <a:ext uri="{FF2B5EF4-FFF2-40B4-BE49-F238E27FC236}">
                <a16:creationId xmlns:a16="http://schemas.microsoft.com/office/drawing/2014/main" id="{A3ECB11B-FB3E-022D-9087-D3C9AD7D6ED8}"/>
              </a:ext>
            </a:extLst>
          </p:cNvPr>
          <p:cNvSpPr/>
          <p:nvPr/>
        </p:nvSpPr>
        <p:spPr>
          <a:xfrm>
            <a:off x="7549116" y="2514600"/>
            <a:ext cx="3519376" cy="914400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通过归还份数确定是否正常归还</a:t>
            </a:r>
          </a:p>
        </p:txBody>
      </p:sp>
    </p:spTree>
    <p:extLst>
      <p:ext uri="{BB962C8B-B14F-4D97-AF65-F5344CB8AC3E}">
        <p14:creationId xmlns:p14="http://schemas.microsoft.com/office/powerpoint/2010/main" val="284990406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FE0C8-AE96-5026-B39E-56CCB06D5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CC1DE23-47BA-F24A-B9C0-8A9392634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62" y="764713"/>
            <a:ext cx="10770781" cy="585661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FDC5344-8AF4-F81B-48F0-A008BE70A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归还申请（非正常归还）</a:t>
            </a:r>
          </a:p>
        </p:txBody>
      </p:sp>
      <p:sp>
        <p:nvSpPr>
          <p:cNvPr id="7" name="箭头: 圆角右 6">
            <a:extLst>
              <a:ext uri="{FF2B5EF4-FFF2-40B4-BE49-F238E27FC236}">
                <a16:creationId xmlns:a16="http://schemas.microsoft.com/office/drawing/2014/main" id="{A5A6FE64-C8D5-32DE-C79E-D6420D4FB3A9}"/>
              </a:ext>
            </a:extLst>
          </p:cNvPr>
          <p:cNvSpPr/>
          <p:nvPr/>
        </p:nvSpPr>
        <p:spPr>
          <a:xfrm rot="10800000">
            <a:off x="7208873" y="4258338"/>
            <a:ext cx="2955852" cy="2195623"/>
          </a:xfrm>
          <a:prstGeom prst="bentArrow">
            <a:avLst>
              <a:gd name="adj1" fmla="val 7620"/>
              <a:gd name="adj2" fmla="val 12797"/>
              <a:gd name="adj3" fmla="val 24009"/>
              <a:gd name="adj4" fmla="val 433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标注: 上箭头 5">
            <a:extLst>
              <a:ext uri="{FF2B5EF4-FFF2-40B4-BE49-F238E27FC236}">
                <a16:creationId xmlns:a16="http://schemas.microsoft.com/office/drawing/2014/main" id="{907277B8-CF7B-5A2A-BDCD-C78EAACB4A86}"/>
              </a:ext>
            </a:extLst>
          </p:cNvPr>
          <p:cNvSpPr/>
          <p:nvPr/>
        </p:nvSpPr>
        <p:spPr>
          <a:xfrm>
            <a:off x="8304027" y="2339163"/>
            <a:ext cx="3519376" cy="2004237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1723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通过归还份数确定是否正常归还</a:t>
            </a:r>
          </a:p>
        </p:txBody>
      </p:sp>
    </p:spTree>
    <p:extLst>
      <p:ext uri="{BB962C8B-B14F-4D97-AF65-F5344CB8AC3E}">
        <p14:creationId xmlns:p14="http://schemas.microsoft.com/office/powerpoint/2010/main" val="23893246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AF10A-8A0A-36A5-63D2-3E41489F6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0C1C9E-B68B-311D-F5FC-589E4C173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流转台账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66A094E-2123-A2A9-FB6C-C7DAC4E92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49" y="607007"/>
            <a:ext cx="11245702" cy="61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67462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39B1F-0D26-B68D-A7F1-63819BFFF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0136CB-F290-FE4E-37B2-005BB909E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入网申请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6EBD1EC-9898-D2BD-F84A-8B705A270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479" y="849760"/>
            <a:ext cx="10113654" cy="6008240"/>
          </a:xfrm>
          <a:prstGeom prst="rect">
            <a:avLst/>
          </a:prstGeom>
        </p:spPr>
      </p:pic>
      <p:sp>
        <p:nvSpPr>
          <p:cNvPr id="6" name="标注: 右箭头 5">
            <a:extLst>
              <a:ext uri="{FF2B5EF4-FFF2-40B4-BE49-F238E27FC236}">
                <a16:creationId xmlns:a16="http://schemas.microsoft.com/office/drawing/2014/main" id="{12186EAB-8C61-DDA8-99AB-C15814720779}"/>
              </a:ext>
            </a:extLst>
          </p:cNvPr>
          <p:cNvSpPr/>
          <p:nvPr/>
        </p:nvSpPr>
        <p:spPr>
          <a:xfrm>
            <a:off x="609600" y="3317965"/>
            <a:ext cx="2142308" cy="1271452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档外资料</a:t>
            </a:r>
          </a:p>
        </p:txBody>
      </p:sp>
    </p:spTree>
    <p:extLst>
      <p:ext uri="{BB962C8B-B14F-4D97-AF65-F5344CB8AC3E}">
        <p14:creationId xmlns:p14="http://schemas.microsoft.com/office/powerpoint/2010/main" val="39620486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D041E-5F8C-AFDD-DDF2-CED7D029E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70D3BE-857C-A723-7964-A8F7A7443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80" y="876355"/>
            <a:ext cx="10598331" cy="576284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0E3E76E-A023-1E74-61D8-F9D98F324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入网申请</a:t>
            </a:r>
          </a:p>
        </p:txBody>
      </p:sp>
      <p:sp>
        <p:nvSpPr>
          <p:cNvPr id="6" name="标注: 右箭头 5">
            <a:extLst>
              <a:ext uri="{FF2B5EF4-FFF2-40B4-BE49-F238E27FC236}">
                <a16:creationId xmlns:a16="http://schemas.microsoft.com/office/drawing/2014/main" id="{86FECBD4-F892-5AB5-7FA8-745A6868B4FE}"/>
              </a:ext>
            </a:extLst>
          </p:cNvPr>
          <p:cNvSpPr/>
          <p:nvPr/>
        </p:nvSpPr>
        <p:spPr>
          <a:xfrm>
            <a:off x="348342" y="2290353"/>
            <a:ext cx="1245325" cy="1271452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存档资料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901CEF3-8020-7C95-791B-057295D98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064" y="136143"/>
            <a:ext cx="2909059" cy="4071257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AD056778-6409-E090-D6F2-29F6A31D859A}"/>
              </a:ext>
            </a:extLst>
          </p:cNvPr>
          <p:cNvSpPr/>
          <p:nvPr/>
        </p:nvSpPr>
        <p:spPr>
          <a:xfrm rot="20157166">
            <a:off x="2663038" y="5038259"/>
            <a:ext cx="6070493" cy="2264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2768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D8AE8-51CA-0D60-72ED-3F06CDD0A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AE8DD6-AD36-3F7F-7BD3-5E4CAFBE0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入网审批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98CA14-60EA-8A87-DB40-A944153DF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7" y="918971"/>
            <a:ext cx="10519954" cy="572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3059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444EC-6855-206C-FBE2-F3463FEB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483BD-97FE-65D3-CB90-EF0B6295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出网申请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C47C8EF-9F34-B40D-9193-827260B97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863" y="817843"/>
            <a:ext cx="10641874" cy="578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80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C88AC-117D-43E2-011B-C5C6432CE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6C37E-495C-E434-1DBD-1F7CCABE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出网审批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02903E-D396-1786-427B-C35F500AC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55" y="934702"/>
            <a:ext cx="10458994" cy="568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1928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9F984-CD0C-F246-01D5-7EC315BD9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C35D3-8204-DE92-5F45-2A6975A32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在网数据台账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9B1CE80-855B-6F73-E40D-BC2E36C55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737" y="1155735"/>
            <a:ext cx="10084526" cy="548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9928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EEEE0-F7B4-6160-7D35-94EEB5CB0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0F1AB-580B-2BD2-7224-0353D6408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在网数据处置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1762DA-B193-B604-4016-D74FD8869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862" y="681484"/>
            <a:ext cx="10361460" cy="610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43959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4FEE2-929B-03B8-AB29-2B6F92B7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D30C7-1BF0-4000-FC3A-E3FB7A6F6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跨域流转台账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3B2298-B13A-6FCF-FABE-C2FBBCC3B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11" y="874504"/>
            <a:ext cx="10441577" cy="567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53341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C14EF-99E2-E9F2-42D0-56D8B496F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51980-6C07-AA19-B340-E63A7F556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盘库与离库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模拟资料盘库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5F60B8-B07E-CEC6-D3F1-9D631716D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395" y="766937"/>
            <a:ext cx="8555303" cy="586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063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53A6F-4A69-0C91-9580-435AF22DE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AC5D5-A68D-C6CC-28FA-E71092CE1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盘库与离库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电子资料盘库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D0BA85-5046-33DD-3349-19DE7D0E8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366" y="980488"/>
            <a:ext cx="8131820" cy="587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59362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385A1-8E3B-7746-D0D4-97629820D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8AD25-41AC-095B-9AAA-8A87EF44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盘库与离库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模拟资料离库处置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925EF6-4672-6918-D690-BA6338E6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908" y="765371"/>
            <a:ext cx="10015395" cy="595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25149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1C620-5C14-F0A0-4342-76A1B6A8F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E7F00-1B09-0244-06DC-7477D6E10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盘库与离库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电子资料离库处置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3C79ED-8717-C3A7-1B23-6633F7985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14" y="970321"/>
            <a:ext cx="8466720" cy="588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70323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CCEC3-4B8E-A220-B31D-825E3E11F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70BF1-FF0B-95FC-064A-0E2179488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地形图图件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AB31F1C-292D-30D3-0874-5C3208503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316" y="845666"/>
            <a:ext cx="9663368" cy="571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7340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7E1FE-21A4-F537-A5D9-E6CC0197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B843F-FB5D-E3C5-292F-05781E5AC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地形图图件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789341-CD2B-E640-324B-687BDC6B5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9" y="830471"/>
            <a:ext cx="10154194" cy="55213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F277B9C-0100-2C27-805F-6CA9A90DE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148" y="3001796"/>
            <a:ext cx="6093804" cy="349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75093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F04A0-89EC-7A34-1052-9B82EC420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9EBAB-0BFD-73B7-F95D-440070601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航摄胶片、像片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83ABEAB-8C49-CB1F-D2E6-756685429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617" y="827466"/>
            <a:ext cx="9952402" cy="589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2426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F3599-5EF3-7C38-1FAA-F928C7F78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C264AF-B3EF-3046-FF00-B90CE3D05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航摄胶片、像片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A70A25-9F55-B272-4B87-B57BE5D77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57" y="873779"/>
            <a:ext cx="10755086" cy="584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57274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38A52-4767-F5F9-EF29-9EA7C462E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3C8E5-D326-7822-C8B2-E403BE82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航摄胶片、像片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01D311-9770-EA72-468A-1B9234824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880169"/>
            <a:ext cx="9807295" cy="5711059"/>
          </a:xfrm>
          <a:prstGeom prst="rect">
            <a:avLst/>
          </a:prstGeom>
        </p:spPr>
      </p:pic>
      <p:sp>
        <p:nvSpPr>
          <p:cNvPr id="6" name="标注: 左箭头 5">
            <a:extLst>
              <a:ext uri="{FF2B5EF4-FFF2-40B4-BE49-F238E27FC236}">
                <a16:creationId xmlns:a16="http://schemas.microsoft.com/office/drawing/2014/main" id="{945A2161-CB68-0704-B0B2-E1EAA9539DAE}"/>
              </a:ext>
            </a:extLst>
          </p:cNvPr>
          <p:cNvSpPr/>
          <p:nvPr/>
        </p:nvSpPr>
        <p:spPr>
          <a:xfrm>
            <a:off x="10789920" y="2629989"/>
            <a:ext cx="914400" cy="2046514"/>
          </a:xfrm>
          <a:prstGeom prst="lef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自动检测冲突</a:t>
            </a:r>
          </a:p>
        </p:txBody>
      </p:sp>
    </p:spTree>
    <p:extLst>
      <p:ext uri="{BB962C8B-B14F-4D97-AF65-F5344CB8AC3E}">
        <p14:creationId xmlns:p14="http://schemas.microsoft.com/office/powerpoint/2010/main" val="284336448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ECEF3-9195-1CF2-D354-34B8607FD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67C3C-B5FF-12AE-ED4E-AFFEF2F4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084" y="23079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其他资料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1E8F02A-F6E3-6496-830A-9EDCCBF23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143" y="951955"/>
            <a:ext cx="9935781" cy="540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86711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BB1AE-BDAD-D19C-6A3B-6DC602663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128F7F-2F9E-2219-122A-100440FB9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084" y="23079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资料台账与资料处置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台账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E843102-4330-2447-B28E-E48DAB623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817" y="897512"/>
            <a:ext cx="10537371" cy="572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50962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11196-2DD9-357B-8E99-DD0B555F6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39AEC8-A2D0-0FAC-98D1-00FC62D45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084" y="23079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资料台账与资料处置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处置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53AADA1-C2C2-9717-E350-F61A8EEB9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417" y="951148"/>
            <a:ext cx="9437058" cy="567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02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4322</TotalTime>
  <Words>1798</Words>
  <Application>Microsoft Office PowerPoint</Application>
  <PresentationFormat>宽屏</PresentationFormat>
  <Paragraphs>156</Paragraphs>
  <Slides>94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94</vt:i4>
      </vt:variant>
    </vt:vector>
  </HeadingPairs>
  <TitlesOfParts>
    <vt:vector size="99" baseType="lpstr">
      <vt:lpstr>等线</vt:lpstr>
      <vt:lpstr>等线 Light</vt:lpstr>
      <vt:lpstr>黑体</vt:lpstr>
      <vt:lpstr>Arial</vt:lpstr>
      <vt:lpstr>Office 主题​​</vt:lpstr>
      <vt:lpstr>PowerPoint 演示文稿</vt:lpstr>
      <vt:lpstr>操作手册</vt:lpstr>
      <vt:lpstr>操作手册</vt:lpstr>
      <vt:lpstr>系统设置.个人设置</vt:lpstr>
      <vt:lpstr>系统设置.用户管理</vt:lpstr>
      <vt:lpstr>系统设置.部门设置</vt:lpstr>
      <vt:lpstr>系统设置.角色概览</vt:lpstr>
      <vt:lpstr>系统设置.审核审批</vt:lpstr>
      <vt:lpstr>系统设置.服务器路径设置</vt:lpstr>
      <vt:lpstr>系统设置.服务器路径设置</vt:lpstr>
      <vt:lpstr>系统设置.数据库操作日志</vt:lpstr>
      <vt:lpstr>系统设置.在线用户与登录记录</vt:lpstr>
      <vt:lpstr>系统设置.待办事项总览</vt:lpstr>
      <vt:lpstr>系统设置.高级数据管理</vt:lpstr>
      <vt:lpstr>库房与介质.档案柜.档案柜登记</vt:lpstr>
      <vt:lpstr>库房与介质.档案柜.档案柜登记.新增档案柜</vt:lpstr>
      <vt:lpstr>库房与介质.档案柜.开柜操作（标准滑道档案柜）</vt:lpstr>
      <vt:lpstr>库房与介质.档案柜.开柜操作（防磁磁盘柜）</vt:lpstr>
      <vt:lpstr>库房与介质.档案柜.开柜操作.标识图例</vt:lpstr>
      <vt:lpstr>库房与介质.档案柜.开柜操作.设置档口用途</vt:lpstr>
      <vt:lpstr>库房与介质.档案柜</vt:lpstr>
      <vt:lpstr>库房与介质.硬盘.硬盘概览</vt:lpstr>
      <vt:lpstr>库房与介质.硬盘.批量登记</vt:lpstr>
      <vt:lpstr>库房与介质.硬盘.交互式登记</vt:lpstr>
      <vt:lpstr>库房与介质.硬盘.批量登记</vt:lpstr>
      <vt:lpstr>库房与介质.硬盘.出库申请</vt:lpstr>
      <vt:lpstr>库房与介质.硬盘.出库申请的待办事项</vt:lpstr>
      <vt:lpstr>库房与介质.硬盘.出库办理</vt:lpstr>
      <vt:lpstr>库房与介质.硬盘.出库办理</vt:lpstr>
      <vt:lpstr>库房与介质.硬盘.出库申请及办理业务流程</vt:lpstr>
      <vt:lpstr>库房与介质.硬盘.出库业务对应的数据库同步更新</vt:lpstr>
      <vt:lpstr>库房与介质.硬盘.归还申请</vt:lpstr>
      <vt:lpstr>库房与介质.硬盘.归还办理</vt:lpstr>
      <vt:lpstr>库房与介质.硬盘.盘库登记</vt:lpstr>
      <vt:lpstr>库房与介质.硬盘.离库处置</vt:lpstr>
      <vt:lpstr>库房与介质.硬盘.离库登记</vt:lpstr>
      <vt:lpstr>库房与介质.硬盘</vt:lpstr>
      <vt:lpstr>库房与介质.光盘</vt:lpstr>
      <vt:lpstr>年度资料</vt:lpstr>
      <vt:lpstr>年度资料.项目信息</vt:lpstr>
      <vt:lpstr>年度资料.建档与立档</vt:lpstr>
      <vt:lpstr>年度资料.建档与立档.建档申请</vt:lpstr>
      <vt:lpstr>年度资料.建档与立档.建档申请.申请信息录入</vt:lpstr>
      <vt:lpstr>年度资料.建档与立档.建档审批</vt:lpstr>
      <vt:lpstr>年度资料.建档与立档.建档审批</vt:lpstr>
      <vt:lpstr>年度资料.建档与立档.资料立档（模拟介质）</vt:lpstr>
      <vt:lpstr>年度资料.建档与立档.资料立档（电子介质-1）</vt:lpstr>
      <vt:lpstr>年度资料.建档与立档.资料立档（电子介质-2）</vt:lpstr>
      <vt:lpstr>年度资料.建档与立档.资料立档（电子介质-3）</vt:lpstr>
      <vt:lpstr>年度资料.建档与立档.资料立档</vt:lpstr>
      <vt:lpstr>年度资料.建档与立档.立档台账</vt:lpstr>
      <vt:lpstr>年度资料.建档与立档.立档台账</vt:lpstr>
      <vt:lpstr>年度资料.建档与立档.存量硬盘直办立档</vt:lpstr>
      <vt:lpstr>年度资料.建档与立档.存量文本直办立档</vt:lpstr>
      <vt:lpstr>年度资料.建档与立档.存量文本直办立档</vt:lpstr>
      <vt:lpstr>年度资料.建档与立档.存量文本直办立档</vt:lpstr>
      <vt:lpstr>年度资料.迁档（模拟资料）</vt:lpstr>
      <vt:lpstr>年度资料.迁档（电子资料）</vt:lpstr>
      <vt:lpstr>年度资料.迁档（迁档台账）</vt:lpstr>
      <vt:lpstr>年度资料.检索.综合模式</vt:lpstr>
      <vt:lpstr>年度资料.检索.电子资料检索模式</vt:lpstr>
      <vt:lpstr>年度资料.检索.模拟资料检索模式</vt:lpstr>
      <vt:lpstr>年度资料.检索.检索池</vt:lpstr>
      <vt:lpstr>年度资料.实物流转</vt:lpstr>
      <vt:lpstr>年度资料.实物流转.借出申请</vt:lpstr>
      <vt:lpstr>年度资料.实物流转.借出申请</vt:lpstr>
      <vt:lpstr>年度资料.实物流转.借出申请</vt:lpstr>
      <vt:lpstr>年度资料.实物流转.借出申请</vt:lpstr>
      <vt:lpstr>年度资料.实物流转.借出审批</vt:lpstr>
      <vt:lpstr>年度资料.实物流转.借出审批</vt:lpstr>
      <vt:lpstr>年度资料.实物流转.借出前后比较</vt:lpstr>
      <vt:lpstr>年度资料.实物流转.归还申请（正常归还）</vt:lpstr>
      <vt:lpstr>年度资料.实物流转.归还申请（非正常归还）</vt:lpstr>
      <vt:lpstr>年度资料.实物流转.流转台账</vt:lpstr>
      <vt:lpstr>年度资料.出入网.入网申请</vt:lpstr>
      <vt:lpstr>年度资料.出入网.入网申请</vt:lpstr>
      <vt:lpstr>年度资料.出入网.入网审批</vt:lpstr>
      <vt:lpstr>年度资料.出入网.出网申请</vt:lpstr>
      <vt:lpstr>年度资料.出入网.出网审批</vt:lpstr>
      <vt:lpstr>年度资料.出入网.在网数据台账</vt:lpstr>
      <vt:lpstr>年度资料.出入网.在网数据处置</vt:lpstr>
      <vt:lpstr>年度资料.出入网.跨域流转台账</vt:lpstr>
      <vt:lpstr>年度资料.盘库与离库.模拟资料盘库</vt:lpstr>
      <vt:lpstr>年度资料.盘库与离库.电子资料盘库</vt:lpstr>
      <vt:lpstr>年度资料.盘库与离库.模拟资料离库处置</vt:lpstr>
      <vt:lpstr>年度资料.盘库与离库.电子资料离库处置</vt:lpstr>
      <vt:lpstr>历史存档.地形图图件</vt:lpstr>
      <vt:lpstr>历史存档.地形图图件</vt:lpstr>
      <vt:lpstr>历史存档.航摄胶片、像片</vt:lpstr>
      <vt:lpstr>历史存档.航摄胶片、像片</vt:lpstr>
      <vt:lpstr>历史存档.航摄胶片、像片</vt:lpstr>
      <vt:lpstr>历史存档.其他资料</vt:lpstr>
      <vt:lpstr>历史存档.资料台账与资料处置.台账</vt:lpstr>
      <vt:lpstr>历史存档.资料台账与资料处置.处置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茂生 马</dc:creator>
  <cp:lastModifiedBy>茂生 马</cp:lastModifiedBy>
  <cp:revision>1</cp:revision>
  <dcterms:created xsi:type="dcterms:W3CDTF">2026-10-16T07:01:49Z</dcterms:created>
  <dcterms:modified xsi:type="dcterms:W3CDTF">2026-10-19T07:04:22Z</dcterms:modified>
</cp:coreProperties>
</file>